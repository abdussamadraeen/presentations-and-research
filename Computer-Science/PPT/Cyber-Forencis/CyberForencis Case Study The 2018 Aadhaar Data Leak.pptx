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14"/>
  </p:notesMasterIdLst>
  <p:sldIdLst>
    <p:sldId id="256" r:id="rId2"/>
    <p:sldId id="258" r:id="rId3"/>
    <p:sldId id="257" r:id="rId4"/>
    <p:sldId id="259" r:id="rId5"/>
    <p:sldId id="261" r:id="rId6"/>
    <p:sldId id="267" r:id="rId7"/>
    <p:sldId id="262" r:id="rId8"/>
    <p:sldId id="266" r:id="rId9"/>
    <p:sldId id="268" r:id="rId10"/>
    <p:sldId id="269" r:id="rId11"/>
    <p:sldId id="270" r:id="rId12"/>
    <p:sldId id="27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12EBA7-1E94-4A2A-8DD7-AF60FBC2FAA2}" v="4" dt="2026-05-11T04:56:01.5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758" autoAdjust="0"/>
  </p:normalViewPr>
  <p:slideViewPr>
    <p:cSldViewPr snapToGrid="0">
      <p:cViewPr varScale="1">
        <p:scale>
          <a:sx n="83" d="100"/>
          <a:sy n="83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2105-Raeen Abdussamad MdIlyas" userId="6a8da22f-e6f5-44cd-a74f-dcb5f6bce740" providerId="ADAL" clId="{B232CE48-D6C5-490E-A0BF-D00F25EBE67F}"/>
    <pc:docChg chg="undo custSel modSld">
      <pc:chgData name="2105-Raeen Abdussamad MdIlyas" userId="6a8da22f-e6f5-44cd-a74f-dcb5f6bce740" providerId="ADAL" clId="{B232CE48-D6C5-490E-A0BF-D00F25EBE67F}" dt="2026-05-11T04:56:28.857" v="48" actId="26606"/>
      <pc:docMkLst>
        <pc:docMk/>
      </pc:docMkLst>
      <pc:sldChg chg="modSp mod">
        <pc:chgData name="2105-Raeen Abdussamad MdIlyas" userId="6a8da22f-e6f5-44cd-a74f-dcb5f6bce740" providerId="ADAL" clId="{B232CE48-D6C5-490E-A0BF-D00F25EBE67F}" dt="2026-05-11T04:45:45.024" v="29" actId="20577"/>
        <pc:sldMkLst>
          <pc:docMk/>
          <pc:sldMk cId="1430543311" sldId="256"/>
        </pc:sldMkLst>
        <pc:spChg chg="mod">
          <ac:chgData name="2105-Raeen Abdussamad MdIlyas" userId="6a8da22f-e6f5-44cd-a74f-dcb5f6bce740" providerId="ADAL" clId="{B232CE48-D6C5-490E-A0BF-D00F25EBE67F}" dt="2026-05-11T04:44:58.030" v="23" actId="6549"/>
          <ac:spMkLst>
            <pc:docMk/>
            <pc:sldMk cId="1430543311" sldId="256"/>
            <ac:spMk id="6" creationId="{875F7699-F830-6C0E-CBF5-5BC9C2D80BD9}"/>
          </ac:spMkLst>
        </pc:spChg>
        <pc:spChg chg="mod">
          <ac:chgData name="2105-Raeen Abdussamad MdIlyas" userId="6a8da22f-e6f5-44cd-a74f-dcb5f6bce740" providerId="ADAL" clId="{B232CE48-D6C5-490E-A0BF-D00F25EBE67F}" dt="2026-05-11T04:45:45.024" v="29" actId="20577"/>
          <ac:spMkLst>
            <pc:docMk/>
            <pc:sldMk cId="1430543311" sldId="256"/>
            <ac:spMk id="7" creationId="{2C0F3427-2334-8F94-BB24-FCEE84BE1B09}"/>
          </ac:spMkLst>
        </pc:spChg>
      </pc:sldChg>
      <pc:sldChg chg="addSp delSp modSp mod">
        <pc:chgData name="2105-Raeen Abdussamad MdIlyas" userId="6a8da22f-e6f5-44cd-a74f-dcb5f6bce740" providerId="ADAL" clId="{B232CE48-D6C5-490E-A0BF-D00F25EBE67F}" dt="2026-05-11T04:56:28.857" v="48" actId="26606"/>
        <pc:sldMkLst>
          <pc:docMk/>
          <pc:sldMk cId="1461405328" sldId="266"/>
        </pc:sldMkLst>
        <pc:spChg chg="add del mod">
          <ac:chgData name="2105-Raeen Abdussamad MdIlyas" userId="6a8da22f-e6f5-44cd-a74f-dcb5f6bce740" providerId="ADAL" clId="{B232CE48-D6C5-490E-A0BF-D00F25EBE67F}" dt="2026-05-11T04:55:54.487" v="33" actId="478"/>
          <ac:spMkLst>
            <pc:docMk/>
            <pc:sldMk cId="1461405328" sldId="266"/>
            <ac:spMk id="2" creationId="{FA811F11-F50B-99D0-5103-3A98527C0478}"/>
          </ac:spMkLst>
        </pc:spChg>
        <pc:spChg chg="mod">
          <ac:chgData name="2105-Raeen Abdussamad MdIlyas" userId="6a8da22f-e6f5-44cd-a74f-dcb5f6bce740" providerId="ADAL" clId="{B232CE48-D6C5-490E-A0BF-D00F25EBE67F}" dt="2026-05-11T04:56:28.857" v="48" actId="26606"/>
          <ac:spMkLst>
            <pc:docMk/>
            <pc:sldMk cId="1461405328" sldId="266"/>
            <ac:spMk id="17" creationId="{CD3D100A-9410-BA19-26AF-386B64C2D13B}"/>
          </ac:spMkLst>
        </pc:spChg>
        <pc:spChg chg="mod ord">
          <ac:chgData name="2105-Raeen Abdussamad MdIlyas" userId="6a8da22f-e6f5-44cd-a74f-dcb5f6bce740" providerId="ADAL" clId="{B232CE48-D6C5-490E-A0BF-D00F25EBE67F}" dt="2026-05-11T04:56:28.848" v="47" actId="26606"/>
          <ac:spMkLst>
            <pc:docMk/>
            <pc:sldMk cId="1461405328" sldId="266"/>
            <ac:spMk id="21" creationId="{9822C5E7-565A-B80C-E1C9-CF0DEB003C5D}"/>
          </ac:spMkLst>
        </pc:spChg>
        <pc:spChg chg="add del">
          <ac:chgData name="2105-Raeen Abdussamad MdIlyas" userId="6a8da22f-e6f5-44cd-a74f-dcb5f6bce740" providerId="ADAL" clId="{B232CE48-D6C5-490E-A0BF-D00F25EBE67F}" dt="2026-05-11T04:56:28.857" v="48" actId="26606"/>
          <ac:spMkLst>
            <pc:docMk/>
            <pc:sldMk cId="1461405328" sldId="266"/>
            <ac:spMk id="36" creationId="{4D6127D4-E352-4732-97DD-3EC5BCFE7307}"/>
          </ac:spMkLst>
        </pc:spChg>
        <pc:spChg chg="add del">
          <ac:chgData name="2105-Raeen Abdussamad MdIlyas" userId="6a8da22f-e6f5-44cd-a74f-dcb5f6bce740" providerId="ADAL" clId="{B232CE48-D6C5-490E-A0BF-D00F25EBE67F}" dt="2026-05-11T04:56:28.857" v="48" actId="26606"/>
          <ac:spMkLst>
            <pc:docMk/>
            <pc:sldMk cId="1461405328" sldId="266"/>
            <ac:spMk id="37" creationId="{DEB9B5C0-30C4-470F-CE64-60918FACB9F8}"/>
          </ac:spMkLst>
        </pc:spChg>
        <pc:spChg chg="add del">
          <ac:chgData name="2105-Raeen Abdussamad MdIlyas" userId="6a8da22f-e6f5-44cd-a74f-dcb5f6bce740" providerId="ADAL" clId="{B232CE48-D6C5-490E-A0BF-D00F25EBE67F}" dt="2026-05-11T04:56:06.704" v="37" actId="26606"/>
          <ac:spMkLst>
            <pc:docMk/>
            <pc:sldMk cId="1461405328" sldId="266"/>
            <ac:spMk id="1033" creationId="{175EAFFD-4A47-DD53-4F76-BD457E18BF1F}"/>
          </ac:spMkLst>
        </pc:spChg>
        <pc:spChg chg="add del">
          <ac:chgData name="2105-Raeen Abdussamad MdIlyas" userId="6a8da22f-e6f5-44cd-a74f-dcb5f6bce740" providerId="ADAL" clId="{B232CE48-D6C5-490E-A0BF-D00F25EBE67F}" dt="2026-05-11T04:56:06.704" v="37" actId="26606"/>
          <ac:spMkLst>
            <pc:docMk/>
            <pc:sldMk cId="1461405328" sldId="266"/>
            <ac:spMk id="1035" creationId="{7CC1FECC-9CA4-341C-7E20-4728C5147389}"/>
          </ac:spMkLst>
        </pc:spChg>
        <pc:spChg chg="add del">
          <ac:chgData name="2105-Raeen Abdussamad MdIlyas" userId="6a8da22f-e6f5-44cd-a74f-dcb5f6bce740" providerId="ADAL" clId="{B232CE48-D6C5-490E-A0BF-D00F25EBE67F}" dt="2026-05-11T04:56:10.040" v="39" actId="26606"/>
          <ac:spMkLst>
            <pc:docMk/>
            <pc:sldMk cId="1461405328" sldId="266"/>
            <ac:spMk id="1037" creationId="{34C0330F-1D4F-4552-B799-615DD237B6DE}"/>
          </ac:spMkLst>
        </pc:spChg>
        <pc:spChg chg="add del">
          <ac:chgData name="2105-Raeen Abdussamad MdIlyas" userId="6a8da22f-e6f5-44cd-a74f-dcb5f6bce740" providerId="ADAL" clId="{B232CE48-D6C5-490E-A0BF-D00F25EBE67F}" dt="2026-05-11T04:56:10.040" v="39" actId="26606"/>
          <ac:spMkLst>
            <pc:docMk/>
            <pc:sldMk cId="1461405328" sldId="266"/>
            <ac:spMk id="1038" creationId="{92BE0106-0C20-465B-A1BE-0BAC2737B1AD}"/>
          </ac:spMkLst>
        </pc:spChg>
        <pc:spChg chg="add del">
          <ac:chgData name="2105-Raeen Abdussamad MdIlyas" userId="6a8da22f-e6f5-44cd-a74f-dcb5f6bce740" providerId="ADAL" clId="{B232CE48-D6C5-490E-A0BF-D00F25EBE67F}" dt="2026-05-11T04:56:15.176" v="41" actId="26606"/>
          <ac:spMkLst>
            <pc:docMk/>
            <pc:sldMk cId="1461405328" sldId="266"/>
            <ac:spMk id="1040" creationId="{0EC38958-9A69-239A-BA79-2AEC73345F4B}"/>
          </ac:spMkLst>
        </pc:spChg>
        <pc:spChg chg="add del">
          <ac:chgData name="2105-Raeen Abdussamad MdIlyas" userId="6a8da22f-e6f5-44cd-a74f-dcb5f6bce740" providerId="ADAL" clId="{B232CE48-D6C5-490E-A0BF-D00F25EBE67F}" dt="2026-05-11T04:56:15.176" v="41" actId="26606"/>
          <ac:spMkLst>
            <pc:docMk/>
            <pc:sldMk cId="1461405328" sldId="266"/>
            <ac:spMk id="1041" creationId="{6EC109E5-0396-8968-4F42-DFEC280363B6}"/>
          </ac:spMkLst>
        </pc:spChg>
        <pc:spChg chg="add del">
          <ac:chgData name="2105-Raeen Abdussamad MdIlyas" userId="6a8da22f-e6f5-44cd-a74f-dcb5f6bce740" providerId="ADAL" clId="{B232CE48-D6C5-490E-A0BF-D00F25EBE67F}" dt="2026-05-11T04:56:17.886" v="43" actId="26606"/>
          <ac:spMkLst>
            <pc:docMk/>
            <pc:sldMk cId="1461405328" sldId="266"/>
            <ac:spMk id="1043" creationId="{E8873F53-55B7-4E34-B697-201CF2F10D35}"/>
          </ac:spMkLst>
        </pc:spChg>
        <pc:spChg chg="add del">
          <ac:chgData name="2105-Raeen Abdussamad MdIlyas" userId="6a8da22f-e6f5-44cd-a74f-dcb5f6bce740" providerId="ADAL" clId="{B232CE48-D6C5-490E-A0BF-D00F25EBE67F}" dt="2026-05-11T04:56:17.886" v="43" actId="26606"/>
          <ac:spMkLst>
            <pc:docMk/>
            <pc:sldMk cId="1461405328" sldId="266"/>
            <ac:spMk id="1044" creationId="{FD90D0AA-A57E-2DE9-0CE8-B7B306878448}"/>
          </ac:spMkLst>
        </pc:spChg>
        <pc:spChg chg="add del">
          <ac:chgData name="2105-Raeen Abdussamad MdIlyas" userId="6a8da22f-e6f5-44cd-a74f-dcb5f6bce740" providerId="ADAL" clId="{B232CE48-D6C5-490E-A0BF-D00F25EBE67F}" dt="2026-05-11T04:56:24.737" v="45" actId="26606"/>
          <ac:spMkLst>
            <pc:docMk/>
            <pc:sldMk cId="1461405328" sldId="266"/>
            <ac:spMk id="1046" creationId="{6D16C4DE-5FF1-8D34-BBA1-FC43F315567B}"/>
          </ac:spMkLst>
        </pc:spChg>
        <pc:spChg chg="add del">
          <ac:chgData name="2105-Raeen Abdussamad MdIlyas" userId="6a8da22f-e6f5-44cd-a74f-dcb5f6bce740" providerId="ADAL" clId="{B232CE48-D6C5-490E-A0BF-D00F25EBE67F}" dt="2026-05-11T04:56:24.737" v="45" actId="26606"/>
          <ac:spMkLst>
            <pc:docMk/>
            <pc:sldMk cId="1461405328" sldId="266"/>
            <ac:spMk id="1047" creationId="{B6914053-73D7-E377-E88C-94E35AAD489B}"/>
          </ac:spMkLst>
        </pc:spChg>
        <pc:spChg chg="add del">
          <ac:chgData name="2105-Raeen Abdussamad MdIlyas" userId="6a8da22f-e6f5-44cd-a74f-dcb5f6bce740" providerId="ADAL" clId="{B232CE48-D6C5-490E-A0BF-D00F25EBE67F}" dt="2026-05-11T04:56:28.848" v="47" actId="26606"/>
          <ac:spMkLst>
            <pc:docMk/>
            <pc:sldMk cId="1461405328" sldId="266"/>
            <ac:spMk id="1049" creationId="{0EC38958-9A69-239A-BA79-2AEC73345F4B}"/>
          </ac:spMkLst>
        </pc:spChg>
        <pc:spChg chg="add del">
          <ac:chgData name="2105-Raeen Abdussamad MdIlyas" userId="6a8da22f-e6f5-44cd-a74f-dcb5f6bce740" providerId="ADAL" clId="{B232CE48-D6C5-490E-A0BF-D00F25EBE67F}" dt="2026-05-11T04:56:28.848" v="47" actId="26606"/>
          <ac:spMkLst>
            <pc:docMk/>
            <pc:sldMk cId="1461405328" sldId="266"/>
            <ac:spMk id="1050" creationId="{6EC109E5-0396-8968-4F42-DFEC280363B6}"/>
          </ac:spMkLst>
        </pc:spChg>
        <pc:spChg chg="add">
          <ac:chgData name="2105-Raeen Abdussamad MdIlyas" userId="6a8da22f-e6f5-44cd-a74f-dcb5f6bce740" providerId="ADAL" clId="{B232CE48-D6C5-490E-A0BF-D00F25EBE67F}" dt="2026-05-11T04:56:28.857" v="48" actId="26606"/>
          <ac:spMkLst>
            <pc:docMk/>
            <pc:sldMk cId="1461405328" sldId="266"/>
            <ac:spMk id="1052" creationId="{175EAFFD-4A47-DD53-4F76-BD457E18BF1F}"/>
          </ac:spMkLst>
        </pc:spChg>
        <pc:spChg chg="add">
          <ac:chgData name="2105-Raeen Abdussamad MdIlyas" userId="6a8da22f-e6f5-44cd-a74f-dcb5f6bce740" providerId="ADAL" clId="{B232CE48-D6C5-490E-A0BF-D00F25EBE67F}" dt="2026-05-11T04:56:28.857" v="48" actId="26606"/>
          <ac:spMkLst>
            <pc:docMk/>
            <pc:sldMk cId="1461405328" sldId="266"/>
            <ac:spMk id="1053" creationId="{7CC1FECC-9CA4-341C-7E20-4728C5147389}"/>
          </ac:spMkLst>
        </pc:spChg>
        <pc:picChg chg="del mod">
          <ac:chgData name="2105-Raeen Abdussamad MdIlyas" userId="6a8da22f-e6f5-44cd-a74f-dcb5f6bce740" providerId="ADAL" clId="{B232CE48-D6C5-490E-A0BF-D00F25EBE67F}" dt="2026-05-11T04:55:50.081" v="32" actId="478"/>
          <ac:picMkLst>
            <pc:docMk/>
            <pc:sldMk cId="1461405328" sldId="266"/>
            <ac:picMk id="20" creationId="{864C5359-4720-7384-3013-32946D28DF72}"/>
          </ac:picMkLst>
        </pc:picChg>
        <pc:picChg chg="add del">
          <ac:chgData name="2105-Raeen Abdussamad MdIlyas" userId="6a8da22f-e6f5-44cd-a74f-dcb5f6bce740" providerId="ADAL" clId="{B232CE48-D6C5-490E-A0BF-D00F25EBE67F}" dt="2026-05-11T04:55:50.081" v="32" actId="478"/>
          <ac:picMkLst>
            <pc:docMk/>
            <pc:sldMk cId="1461405328" sldId="266"/>
            <ac:picMk id="1026" creationId="{581F9689-C6BB-7388-43D2-54166D255F92}"/>
          </ac:picMkLst>
        </pc:picChg>
        <pc:picChg chg="add mod">
          <ac:chgData name="2105-Raeen Abdussamad MdIlyas" userId="6a8da22f-e6f5-44cd-a74f-dcb5f6bce740" providerId="ADAL" clId="{B232CE48-D6C5-490E-A0BF-D00F25EBE67F}" dt="2026-05-11T04:56:28.857" v="48" actId="26606"/>
          <ac:picMkLst>
            <pc:docMk/>
            <pc:sldMk cId="1461405328" sldId="266"/>
            <ac:picMk id="1028" creationId="{3B799D04-FEA5-ED5A-61FF-2A1074D64C0E}"/>
          </ac:picMkLst>
        </pc:picChg>
      </pc:sldChg>
      <pc:sldChg chg="modSp mod">
        <pc:chgData name="2105-Raeen Abdussamad MdIlyas" userId="6a8da22f-e6f5-44cd-a74f-dcb5f6bce740" providerId="ADAL" clId="{B232CE48-D6C5-490E-A0BF-D00F25EBE67F}" dt="2026-05-11T04:44:17.741" v="0" actId="20577"/>
        <pc:sldMkLst>
          <pc:docMk/>
          <pc:sldMk cId="3114437033" sldId="271"/>
        </pc:sldMkLst>
        <pc:spChg chg="mod">
          <ac:chgData name="2105-Raeen Abdussamad MdIlyas" userId="6a8da22f-e6f5-44cd-a74f-dcb5f6bce740" providerId="ADAL" clId="{B232CE48-D6C5-490E-A0BF-D00F25EBE67F}" dt="2026-05-11T04:44:17.741" v="0" actId="20577"/>
          <ac:spMkLst>
            <pc:docMk/>
            <pc:sldMk cId="3114437033" sldId="271"/>
            <ac:spMk id="19" creationId="{9ED5DD1F-F2E7-C3EC-E6B4-E0CF9D563A58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3052B4-D892-482A-8908-5B15867BF7F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BE5EE09-B0F8-4B38-9B7A-21EE1B3E3AE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Introduction &amp; Background of the Case</a:t>
          </a:r>
          <a:endParaRPr lang="en-US"/>
        </a:p>
      </dgm:t>
    </dgm:pt>
    <dgm:pt modelId="{88A198F4-6197-4B0E-BAB8-404739758253}" type="parTrans" cxnId="{C9795C48-4716-4554-B97F-10F95B074160}">
      <dgm:prSet/>
      <dgm:spPr/>
      <dgm:t>
        <a:bodyPr/>
        <a:lstStyle/>
        <a:p>
          <a:endParaRPr lang="en-US"/>
        </a:p>
      </dgm:t>
    </dgm:pt>
    <dgm:pt modelId="{4F6EE345-4482-444E-A089-22DEB9319E97}" type="sibTrans" cxnId="{C9795C48-4716-4554-B97F-10F95B074160}">
      <dgm:prSet/>
      <dgm:spPr/>
      <dgm:t>
        <a:bodyPr/>
        <a:lstStyle/>
        <a:p>
          <a:endParaRPr lang="en-US"/>
        </a:p>
      </dgm:t>
    </dgm:pt>
    <dgm:pt modelId="{226E9AF0-4068-43D2-A53B-7B9DFBAAB1D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The Cyber Forensic Investigation Process</a:t>
          </a:r>
          <a:endParaRPr lang="en-US"/>
        </a:p>
      </dgm:t>
    </dgm:pt>
    <dgm:pt modelId="{B993804C-344C-45E1-9EE3-F90D649EBBAB}" type="parTrans" cxnId="{CE83487D-361A-4ADA-9928-D1E196305654}">
      <dgm:prSet/>
      <dgm:spPr/>
      <dgm:t>
        <a:bodyPr/>
        <a:lstStyle/>
        <a:p>
          <a:endParaRPr lang="en-US"/>
        </a:p>
      </dgm:t>
    </dgm:pt>
    <dgm:pt modelId="{BA69DC41-9D46-427D-98E2-B08CF1A91500}" type="sibTrans" cxnId="{CE83487D-361A-4ADA-9928-D1E196305654}">
      <dgm:prSet/>
      <dgm:spPr/>
      <dgm:t>
        <a:bodyPr/>
        <a:lstStyle/>
        <a:p>
          <a:endParaRPr lang="en-US"/>
        </a:p>
      </dgm:t>
    </dgm:pt>
    <dgm:pt modelId="{9D1519FB-40E5-460C-B785-EF5B1F13E6E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Evidence Collection and Analysis</a:t>
          </a:r>
          <a:endParaRPr lang="en-US"/>
        </a:p>
      </dgm:t>
    </dgm:pt>
    <dgm:pt modelId="{58F6A43B-8A6B-4660-BE60-479E024983EC}" type="parTrans" cxnId="{5AC3715A-8EEE-4027-A046-28341278031E}">
      <dgm:prSet/>
      <dgm:spPr/>
      <dgm:t>
        <a:bodyPr/>
        <a:lstStyle/>
        <a:p>
          <a:endParaRPr lang="en-US"/>
        </a:p>
      </dgm:t>
    </dgm:pt>
    <dgm:pt modelId="{FA30263F-33CD-4D49-B575-1431FA38424B}" type="sibTrans" cxnId="{5AC3715A-8EEE-4027-A046-28341278031E}">
      <dgm:prSet/>
      <dgm:spPr/>
      <dgm:t>
        <a:bodyPr/>
        <a:lstStyle/>
        <a:p>
          <a:endParaRPr lang="en-US"/>
        </a:p>
      </dgm:t>
    </dgm:pt>
    <dgm:pt modelId="{ADE1C26E-48F8-4383-B481-A34B5B6324D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Challenges Faced in the Investigation</a:t>
          </a:r>
          <a:endParaRPr lang="en-US"/>
        </a:p>
      </dgm:t>
    </dgm:pt>
    <dgm:pt modelId="{686D440A-8657-4A98-9443-2061E1FBD96F}" type="parTrans" cxnId="{4BCB4002-DAC1-457D-A9B6-78FE17CCA2EA}">
      <dgm:prSet/>
      <dgm:spPr/>
      <dgm:t>
        <a:bodyPr/>
        <a:lstStyle/>
        <a:p>
          <a:endParaRPr lang="en-US"/>
        </a:p>
      </dgm:t>
    </dgm:pt>
    <dgm:pt modelId="{ECC111C1-7269-4800-8F67-273504CB1483}" type="sibTrans" cxnId="{4BCB4002-DAC1-457D-A9B6-78FE17CCA2EA}">
      <dgm:prSet/>
      <dgm:spPr/>
      <dgm:t>
        <a:bodyPr/>
        <a:lstStyle/>
        <a:p>
          <a:endParaRPr lang="en-US"/>
        </a:p>
      </dgm:t>
    </dgm:pt>
    <dgm:pt modelId="{08866B3E-FEDE-41CD-BB1F-C1143435CCC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Outcome and Preventive Measures</a:t>
          </a:r>
          <a:endParaRPr lang="en-US"/>
        </a:p>
      </dgm:t>
    </dgm:pt>
    <dgm:pt modelId="{9CCF66DD-5F69-4C65-B754-B0D70F95F29B}" type="parTrans" cxnId="{2C02FFFD-A6DA-4D12-809C-5096E6D7621D}">
      <dgm:prSet/>
      <dgm:spPr/>
      <dgm:t>
        <a:bodyPr/>
        <a:lstStyle/>
        <a:p>
          <a:endParaRPr lang="en-US"/>
        </a:p>
      </dgm:t>
    </dgm:pt>
    <dgm:pt modelId="{58AC2661-FFE3-413B-B292-D7C31F168DEE}" type="sibTrans" cxnId="{2C02FFFD-A6DA-4D12-809C-5096E6D7621D}">
      <dgm:prSet/>
      <dgm:spPr/>
      <dgm:t>
        <a:bodyPr/>
        <a:lstStyle/>
        <a:p>
          <a:endParaRPr lang="en-US"/>
        </a:p>
      </dgm:t>
    </dgm:pt>
    <dgm:pt modelId="{5BF88125-9188-41F2-A6CA-7BE49187466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Conclusion</a:t>
          </a:r>
          <a:endParaRPr lang="en-US"/>
        </a:p>
      </dgm:t>
    </dgm:pt>
    <dgm:pt modelId="{93326896-31F5-4D95-9042-05AADAAEBA66}" type="parTrans" cxnId="{42B5B4D5-B931-4589-B794-F56BB0F1B49C}">
      <dgm:prSet/>
      <dgm:spPr/>
      <dgm:t>
        <a:bodyPr/>
        <a:lstStyle/>
        <a:p>
          <a:endParaRPr lang="en-US"/>
        </a:p>
      </dgm:t>
    </dgm:pt>
    <dgm:pt modelId="{3BBAE179-7868-4F02-BA9F-91383F1355F5}" type="sibTrans" cxnId="{42B5B4D5-B931-4589-B794-F56BB0F1B49C}">
      <dgm:prSet/>
      <dgm:spPr/>
      <dgm:t>
        <a:bodyPr/>
        <a:lstStyle/>
        <a:p>
          <a:endParaRPr lang="en-US"/>
        </a:p>
      </dgm:t>
    </dgm:pt>
    <dgm:pt modelId="{6B177314-504C-49AA-BD02-934A00C58F09}" type="pres">
      <dgm:prSet presAssocID="{673052B4-D892-482A-8908-5B15867BF7F1}" presName="root" presStyleCnt="0">
        <dgm:presLayoutVars>
          <dgm:dir/>
          <dgm:resizeHandles val="exact"/>
        </dgm:presLayoutVars>
      </dgm:prSet>
      <dgm:spPr/>
    </dgm:pt>
    <dgm:pt modelId="{49DDE413-F504-45F1-9D6C-EA8ED7E10E1E}" type="pres">
      <dgm:prSet presAssocID="{2BE5EE09-B0F8-4B38-9B7A-21EE1B3E3AEC}" presName="compNode" presStyleCnt="0"/>
      <dgm:spPr/>
    </dgm:pt>
    <dgm:pt modelId="{2938E282-6484-4A77-ABFA-AC9DF5A22290}" type="pres">
      <dgm:prSet presAssocID="{2BE5EE09-B0F8-4B38-9B7A-21EE1B3E3AEC}" presName="bgRect" presStyleLbl="bgShp" presStyleIdx="0" presStyleCnt="6"/>
      <dgm:spPr/>
    </dgm:pt>
    <dgm:pt modelId="{120F0AE4-379B-40C4-A4CA-516959042559}" type="pres">
      <dgm:prSet presAssocID="{2BE5EE09-B0F8-4B38-9B7A-21EE1B3E3AEC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2E165A0A-9D67-4301-AE21-9CF527059BFC}" type="pres">
      <dgm:prSet presAssocID="{2BE5EE09-B0F8-4B38-9B7A-21EE1B3E3AEC}" presName="spaceRect" presStyleCnt="0"/>
      <dgm:spPr/>
    </dgm:pt>
    <dgm:pt modelId="{3FA56F19-0D4D-404D-BFE5-535F3C866D7D}" type="pres">
      <dgm:prSet presAssocID="{2BE5EE09-B0F8-4B38-9B7A-21EE1B3E3AEC}" presName="parTx" presStyleLbl="revTx" presStyleIdx="0" presStyleCnt="6">
        <dgm:presLayoutVars>
          <dgm:chMax val="0"/>
          <dgm:chPref val="0"/>
        </dgm:presLayoutVars>
      </dgm:prSet>
      <dgm:spPr/>
    </dgm:pt>
    <dgm:pt modelId="{CFC07B1C-1930-426B-9436-A59FB5759290}" type="pres">
      <dgm:prSet presAssocID="{4F6EE345-4482-444E-A089-22DEB9319E97}" presName="sibTrans" presStyleCnt="0"/>
      <dgm:spPr/>
    </dgm:pt>
    <dgm:pt modelId="{341BA8E5-9162-4886-96A4-4D27C59DD54C}" type="pres">
      <dgm:prSet presAssocID="{226E9AF0-4068-43D2-A53B-7B9DFBAAB1D3}" presName="compNode" presStyleCnt="0"/>
      <dgm:spPr/>
    </dgm:pt>
    <dgm:pt modelId="{98B2B6BB-AA10-4643-ACAC-B5A190BC5A70}" type="pres">
      <dgm:prSet presAssocID="{226E9AF0-4068-43D2-A53B-7B9DFBAAB1D3}" presName="bgRect" presStyleLbl="bgShp" presStyleIdx="1" presStyleCnt="6"/>
      <dgm:spPr/>
    </dgm:pt>
    <dgm:pt modelId="{305719CA-7C35-455E-8DA8-2C8C250B7471}" type="pres">
      <dgm:prSet presAssocID="{226E9AF0-4068-43D2-A53B-7B9DFBAAB1D3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ED5DA3A9-AD38-4D64-ABCC-F14F88DDB379}" type="pres">
      <dgm:prSet presAssocID="{226E9AF0-4068-43D2-A53B-7B9DFBAAB1D3}" presName="spaceRect" presStyleCnt="0"/>
      <dgm:spPr/>
    </dgm:pt>
    <dgm:pt modelId="{B0D05D16-D9D7-4B78-820E-F8B8CC662B6A}" type="pres">
      <dgm:prSet presAssocID="{226E9AF0-4068-43D2-A53B-7B9DFBAAB1D3}" presName="parTx" presStyleLbl="revTx" presStyleIdx="1" presStyleCnt="6">
        <dgm:presLayoutVars>
          <dgm:chMax val="0"/>
          <dgm:chPref val="0"/>
        </dgm:presLayoutVars>
      </dgm:prSet>
      <dgm:spPr/>
    </dgm:pt>
    <dgm:pt modelId="{4C5ADBD4-3AEC-405E-BF6A-7C0AE0A404AF}" type="pres">
      <dgm:prSet presAssocID="{BA69DC41-9D46-427D-98E2-B08CF1A91500}" presName="sibTrans" presStyleCnt="0"/>
      <dgm:spPr/>
    </dgm:pt>
    <dgm:pt modelId="{9BE93130-EE72-44FA-8DF0-03D2CAB75160}" type="pres">
      <dgm:prSet presAssocID="{9D1519FB-40E5-460C-B785-EF5B1F13E6E0}" presName="compNode" presStyleCnt="0"/>
      <dgm:spPr/>
    </dgm:pt>
    <dgm:pt modelId="{97E3E0A8-57B8-4546-93DA-585041EA0145}" type="pres">
      <dgm:prSet presAssocID="{9D1519FB-40E5-460C-B785-EF5B1F13E6E0}" presName="bgRect" presStyleLbl="bgShp" presStyleIdx="2" presStyleCnt="6"/>
      <dgm:spPr/>
    </dgm:pt>
    <dgm:pt modelId="{019CF6F5-2AE6-4C17-80F6-3E78C556F9F9}" type="pres">
      <dgm:prSet presAssocID="{9D1519FB-40E5-460C-B785-EF5B1F13E6E0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6ADB71C1-70F1-433E-BE44-746F96361006}" type="pres">
      <dgm:prSet presAssocID="{9D1519FB-40E5-460C-B785-EF5B1F13E6E0}" presName="spaceRect" presStyleCnt="0"/>
      <dgm:spPr/>
    </dgm:pt>
    <dgm:pt modelId="{FA68BF64-042E-4B74-8770-28DD231579A1}" type="pres">
      <dgm:prSet presAssocID="{9D1519FB-40E5-460C-B785-EF5B1F13E6E0}" presName="parTx" presStyleLbl="revTx" presStyleIdx="2" presStyleCnt="6">
        <dgm:presLayoutVars>
          <dgm:chMax val="0"/>
          <dgm:chPref val="0"/>
        </dgm:presLayoutVars>
      </dgm:prSet>
      <dgm:spPr/>
    </dgm:pt>
    <dgm:pt modelId="{CA9465DB-CDEF-42A6-9AB2-2783D3D93112}" type="pres">
      <dgm:prSet presAssocID="{FA30263F-33CD-4D49-B575-1431FA38424B}" presName="sibTrans" presStyleCnt="0"/>
      <dgm:spPr/>
    </dgm:pt>
    <dgm:pt modelId="{1F1220BF-3E54-471D-86F6-144ED0F2E90C}" type="pres">
      <dgm:prSet presAssocID="{ADE1C26E-48F8-4383-B481-A34B5B6324DF}" presName="compNode" presStyleCnt="0"/>
      <dgm:spPr/>
    </dgm:pt>
    <dgm:pt modelId="{D33784BD-B6A5-4BB4-B966-16F42A9F9041}" type="pres">
      <dgm:prSet presAssocID="{ADE1C26E-48F8-4383-B481-A34B5B6324DF}" presName="bgRect" presStyleLbl="bgShp" presStyleIdx="3" presStyleCnt="6"/>
      <dgm:spPr/>
    </dgm:pt>
    <dgm:pt modelId="{467ADDE2-E18C-4A44-8973-E0939B288724}" type="pres">
      <dgm:prSet presAssocID="{ADE1C26E-48F8-4383-B481-A34B5B6324DF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762BA563-FF2E-41B8-886D-B5EA1266FFA7}" type="pres">
      <dgm:prSet presAssocID="{ADE1C26E-48F8-4383-B481-A34B5B6324DF}" presName="spaceRect" presStyleCnt="0"/>
      <dgm:spPr/>
    </dgm:pt>
    <dgm:pt modelId="{1CBBA5FA-2A8D-407F-8206-E1E0F6523B4F}" type="pres">
      <dgm:prSet presAssocID="{ADE1C26E-48F8-4383-B481-A34B5B6324DF}" presName="parTx" presStyleLbl="revTx" presStyleIdx="3" presStyleCnt="6">
        <dgm:presLayoutVars>
          <dgm:chMax val="0"/>
          <dgm:chPref val="0"/>
        </dgm:presLayoutVars>
      </dgm:prSet>
      <dgm:spPr/>
    </dgm:pt>
    <dgm:pt modelId="{CA6A13F3-B7DC-4DFE-BADA-4C030AD8A147}" type="pres">
      <dgm:prSet presAssocID="{ECC111C1-7269-4800-8F67-273504CB1483}" presName="sibTrans" presStyleCnt="0"/>
      <dgm:spPr/>
    </dgm:pt>
    <dgm:pt modelId="{6FBCB1A5-C958-4885-B494-8F78BE1000A7}" type="pres">
      <dgm:prSet presAssocID="{08866B3E-FEDE-41CD-BB1F-C1143435CCCA}" presName="compNode" presStyleCnt="0"/>
      <dgm:spPr/>
    </dgm:pt>
    <dgm:pt modelId="{A4C43751-DA1F-414D-9056-2BAFC628FEA3}" type="pres">
      <dgm:prSet presAssocID="{08866B3E-FEDE-41CD-BB1F-C1143435CCCA}" presName="bgRect" presStyleLbl="bgShp" presStyleIdx="4" presStyleCnt="6"/>
      <dgm:spPr/>
    </dgm:pt>
    <dgm:pt modelId="{5432044D-C03C-4120-915F-00F10490E14C}" type="pres">
      <dgm:prSet presAssocID="{08866B3E-FEDE-41CD-BB1F-C1143435CCCA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CDF8099B-DAA1-4CB6-8BAD-809FCABAE485}" type="pres">
      <dgm:prSet presAssocID="{08866B3E-FEDE-41CD-BB1F-C1143435CCCA}" presName="spaceRect" presStyleCnt="0"/>
      <dgm:spPr/>
    </dgm:pt>
    <dgm:pt modelId="{5AFECFD6-2250-4C15-ABB5-3A4C20566508}" type="pres">
      <dgm:prSet presAssocID="{08866B3E-FEDE-41CD-BB1F-C1143435CCCA}" presName="parTx" presStyleLbl="revTx" presStyleIdx="4" presStyleCnt="6">
        <dgm:presLayoutVars>
          <dgm:chMax val="0"/>
          <dgm:chPref val="0"/>
        </dgm:presLayoutVars>
      </dgm:prSet>
      <dgm:spPr/>
    </dgm:pt>
    <dgm:pt modelId="{5A213D3B-76A0-4329-9877-1078A9143365}" type="pres">
      <dgm:prSet presAssocID="{58AC2661-FFE3-413B-B292-D7C31F168DEE}" presName="sibTrans" presStyleCnt="0"/>
      <dgm:spPr/>
    </dgm:pt>
    <dgm:pt modelId="{BB00CBFB-400B-4887-8CDE-B44115EA0F62}" type="pres">
      <dgm:prSet presAssocID="{5BF88125-9188-41F2-A6CA-7BE491874663}" presName="compNode" presStyleCnt="0"/>
      <dgm:spPr/>
    </dgm:pt>
    <dgm:pt modelId="{F2DAA27F-23A0-4B4C-991C-63C60487A233}" type="pres">
      <dgm:prSet presAssocID="{5BF88125-9188-41F2-A6CA-7BE491874663}" presName="bgRect" presStyleLbl="bgShp" presStyleIdx="5" presStyleCnt="6"/>
      <dgm:spPr/>
    </dgm:pt>
    <dgm:pt modelId="{0CC1EF2C-9F8A-4147-906F-6AC3DF3B77DA}" type="pres">
      <dgm:prSet presAssocID="{5BF88125-9188-41F2-A6CA-7BE491874663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917F807C-F102-4868-943E-BE853EAC5957}" type="pres">
      <dgm:prSet presAssocID="{5BF88125-9188-41F2-A6CA-7BE491874663}" presName="spaceRect" presStyleCnt="0"/>
      <dgm:spPr/>
    </dgm:pt>
    <dgm:pt modelId="{3603308D-E490-4E3B-A3DA-3ABF60050260}" type="pres">
      <dgm:prSet presAssocID="{5BF88125-9188-41F2-A6CA-7BE491874663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4BCB4002-DAC1-457D-A9B6-78FE17CCA2EA}" srcId="{673052B4-D892-482A-8908-5B15867BF7F1}" destId="{ADE1C26E-48F8-4383-B481-A34B5B6324DF}" srcOrd="3" destOrd="0" parTransId="{686D440A-8657-4A98-9443-2061E1FBD96F}" sibTransId="{ECC111C1-7269-4800-8F67-273504CB1483}"/>
    <dgm:cxn modelId="{9529FE43-385B-4877-8816-422EE00B274A}" type="presOf" srcId="{ADE1C26E-48F8-4383-B481-A34B5B6324DF}" destId="{1CBBA5FA-2A8D-407F-8206-E1E0F6523B4F}" srcOrd="0" destOrd="0" presId="urn:microsoft.com/office/officeart/2018/2/layout/IconVerticalSolidList"/>
    <dgm:cxn modelId="{E7205144-98C9-4F79-A8AD-C91430916274}" type="presOf" srcId="{226E9AF0-4068-43D2-A53B-7B9DFBAAB1D3}" destId="{B0D05D16-D9D7-4B78-820E-F8B8CC662B6A}" srcOrd="0" destOrd="0" presId="urn:microsoft.com/office/officeart/2018/2/layout/IconVerticalSolidList"/>
    <dgm:cxn modelId="{C9795C48-4716-4554-B97F-10F95B074160}" srcId="{673052B4-D892-482A-8908-5B15867BF7F1}" destId="{2BE5EE09-B0F8-4B38-9B7A-21EE1B3E3AEC}" srcOrd="0" destOrd="0" parTransId="{88A198F4-6197-4B0E-BAB8-404739758253}" sibTransId="{4F6EE345-4482-444E-A089-22DEB9319E97}"/>
    <dgm:cxn modelId="{D9B2C058-540F-4A45-8EBD-0F181EE46F84}" type="presOf" srcId="{2BE5EE09-B0F8-4B38-9B7A-21EE1B3E3AEC}" destId="{3FA56F19-0D4D-404D-BFE5-535F3C866D7D}" srcOrd="0" destOrd="0" presId="urn:microsoft.com/office/officeart/2018/2/layout/IconVerticalSolidList"/>
    <dgm:cxn modelId="{5AC3715A-8EEE-4027-A046-28341278031E}" srcId="{673052B4-D892-482A-8908-5B15867BF7F1}" destId="{9D1519FB-40E5-460C-B785-EF5B1F13E6E0}" srcOrd="2" destOrd="0" parTransId="{58F6A43B-8A6B-4660-BE60-479E024983EC}" sibTransId="{FA30263F-33CD-4D49-B575-1431FA38424B}"/>
    <dgm:cxn modelId="{CE83487D-361A-4ADA-9928-D1E196305654}" srcId="{673052B4-D892-482A-8908-5B15867BF7F1}" destId="{226E9AF0-4068-43D2-A53B-7B9DFBAAB1D3}" srcOrd="1" destOrd="0" parTransId="{B993804C-344C-45E1-9EE3-F90D649EBBAB}" sibTransId="{BA69DC41-9D46-427D-98E2-B08CF1A91500}"/>
    <dgm:cxn modelId="{62CB8797-C909-4F2A-8283-C9A8D2DCC48C}" type="presOf" srcId="{5BF88125-9188-41F2-A6CA-7BE491874663}" destId="{3603308D-E490-4E3B-A3DA-3ABF60050260}" srcOrd="0" destOrd="0" presId="urn:microsoft.com/office/officeart/2018/2/layout/IconVerticalSolidList"/>
    <dgm:cxn modelId="{DF65BBAA-E756-466F-8040-341085899914}" type="presOf" srcId="{08866B3E-FEDE-41CD-BB1F-C1143435CCCA}" destId="{5AFECFD6-2250-4C15-ABB5-3A4C20566508}" srcOrd="0" destOrd="0" presId="urn:microsoft.com/office/officeart/2018/2/layout/IconVerticalSolidList"/>
    <dgm:cxn modelId="{42B5B4D5-B931-4589-B794-F56BB0F1B49C}" srcId="{673052B4-D892-482A-8908-5B15867BF7F1}" destId="{5BF88125-9188-41F2-A6CA-7BE491874663}" srcOrd="5" destOrd="0" parTransId="{93326896-31F5-4D95-9042-05AADAAEBA66}" sibTransId="{3BBAE179-7868-4F02-BA9F-91383F1355F5}"/>
    <dgm:cxn modelId="{C10CF9EC-1A0D-41B0-84B5-F5A9570BF44F}" type="presOf" srcId="{9D1519FB-40E5-460C-B785-EF5B1F13E6E0}" destId="{FA68BF64-042E-4B74-8770-28DD231579A1}" srcOrd="0" destOrd="0" presId="urn:microsoft.com/office/officeart/2018/2/layout/IconVerticalSolidList"/>
    <dgm:cxn modelId="{C17D98EE-5F4A-4BDF-AEF3-3BBABD1E5474}" type="presOf" srcId="{673052B4-D892-482A-8908-5B15867BF7F1}" destId="{6B177314-504C-49AA-BD02-934A00C58F09}" srcOrd="0" destOrd="0" presId="urn:microsoft.com/office/officeart/2018/2/layout/IconVerticalSolidList"/>
    <dgm:cxn modelId="{2C02FFFD-A6DA-4D12-809C-5096E6D7621D}" srcId="{673052B4-D892-482A-8908-5B15867BF7F1}" destId="{08866B3E-FEDE-41CD-BB1F-C1143435CCCA}" srcOrd="4" destOrd="0" parTransId="{9CCF66DD-5F69-4C65-B754-B0D70F95F29B}" sibTransId="{58AC2661-FFE3-413B-B292-D7C31F168DEE}"/>
    <dgm:cxn modelId="{F05B2AA2-4DB7-4880-BD65-869301BA26F4}" type="presParOf" srcId="{6B177314-504C-49AA-BD02-934A00C58F09}" destId="{49DDE413-F504-45F1-9D6C-EA8ED7E10E1E}" srcOrd="0" destOrd="0" presId="urn:microsoft.com/office/officeart/2018/2/layout/IconVerticalSolidList"/>
    <dgm:cxn modelId="{FC303B25-DC21-490E-BFF5-5FE44C9C381B}" type="presParOf" srcId="{49DDE413-F504-45F1-9D6C-EA8ED7E10E1E}" destId="{2938E282-6484-4A77-ABFA-AC9DF5A22290}" srcOrd="0" destOrd="0" presId="urn:microsoft.com/office/officeart/2018/2/layout/IconVerticalSolidList"/>
    <dgm:cxn modelId="{BA0B6F10-59A4-4B59-825C-6F1F4B1BECAD}" type="presParOf" srcId="{49DDE413-F504-45F1-9D6C-EA8ED7E10E1E}" destId="{120F0AE4-379B-40C4-A4CA-516959042559}" srcOrd="1" destOrd="0" presId="urn:microsoft.com/office/officeart/2018/2/layout/IconVerticalSolidList"/>
    <dgm:cxn modelId="{FFA8BEAD-6357-489F-9863-3FD01B4611A6}" type="presParOf" srcId="{49DDE413-F504-45F1-9D6C-EA8ED7E10E1E}" destId="{2E165A0A-9D67-4301-AE21-9CF527059BFC}" srcOrd="2" destOrd="0" presId="urn:microsoft.com/office/officeart/2018/2/layout/IconVerticalSolidList"/>
    <dgm:cxn modelId="{7A8820EA-C422-4820-94CB-213123D36E93}" type="presParOf" srcId="{49DDE413-F504-45F1-9D6C-EA8ED7E10E1E}" destId="{3FA56F19-0D4D-404D-BFE5-535F3C866D7D}" srcOrd="3" destOrd="0" presId="urn:microsoft.com/office/officeart/2018/2/layout/IconVerticalSolidList"/>
    <dgm:cxn modelId="{1921BFCF-C862-47B5-9452-3E0897A23E20}" type="presParOf" srcId="{6B177314-504C-49AA-BD02-934A00C58F09}" destId="{CFC07B1C-1930-426B-9436-A59FB5759290}" srcOrd="1" destOrd="0" presId="urn:microsoft.com/office/officeart/2018/2/layout/IconVerticalSolidList"/>
    <dgm:cxn modelId="{18B14078-49AD-4E0D-ACC7-13B5627BC93C}" type="presParOf" srcId="{6B177314-504C-49AA-BD02-934A00C58F09}" destId="{341BA8E5-9162-4886-96A4-4D27C59DD54C}" srcOrd="2" destOrd="0" presId="urn:microsoft.com/office/officeart/2018/2/layout/IconVerticalSolidList"/>
    <dgm:cxn modelId="{AC98C5E0-EB9D-4D43-BE29-3FF8503C5D59}" type="presParOf" srcId="{341BA8E5-9162-4886-96A4-4D27C59DD54C}" destId="{98B2B6BB-AA10-4643-ACAC-B5A190BC5A70}" srcOrd="0" destOrd="0" presId="urn:microsoft.com/office/officeart/2018/2/layout/IconVerticalSolidList"/>
    <dgm:cxn modelId="{D860E0DF-7AAE-4E35-91D0-CE36369050E6}" type="presParOf" srcId="{341BA8E5-9162-4886-96A4-4D27C59DD54C}" destId="{305719CA-7C35-455E-8DA8-2C8C250B7471}" srcOrd="1" destOrd="0" presId="urn:microsoft.com/office/officeart/2018/2/layout/IconVerticalSolidList"/>
    <dgm:cxn modelId="{E3B85FDB-8295-4C77-9AF9-8A68786B3F2E}" type="presParOf" srcId="{341BA8E5-9162-4886-96A4-4D27C59DD54C}" destId="{ED5DA3A9-AD38-4D64-ABCC-F14F88DDB379}" srcOrd="2" destOrd="0" presId="urn:microsoft.com/office/officeart/2018/2/layout/IconVerticalSolidList"/>
    <dgm:cxn modelId="{0268F246-6988-45A9-929B-3D67DCC5BB62}" type="presParOf" srcId="{341BA8E5-9162-4886-96A4-4D27C59DD54C}" destId="{B0D05D16-D9D7-4B78-820E-F8B8CC662B6A}" srcOrd="3" destOrd="0" presId="urn:microsoft.com/office/officeart/2018/2/layout/IconVerticalSolidList"/>
    <dgm:cxn modelId="{73321F16-2B96-46F7-9BF0-3C87FD1D2BB4}" type="presParOf" srcId="{6B177314-504C-49AA-BD02-934A00C58F09}" destId="{4C5ADBD4-3AEC-405E-BF6A-7C0AE0A404AF}" srcOrd="3" destOrd="0" presId="urn:microsoft.com/office/officeart/2018/2/layout/IconVerticalSolidList"/>
    <dgm:cxn modelId="{C65C04AA-084F-45EA-9405-8B35BFAF865C}" type="presParOf" srcId="{6B177314-504C-49AA-BD02-934A00C58F09}" destId="{9BE93130-EE72-44FA-8DF0-03D2CAB75160}" srcOrd="4" destOrd="0" presId="urn:microsoft.com/office/officeart/2018/2/layout/IconVerticalSolidList"/>
    <dgm:cxn modelId="{17C7611C-FABD-4771-9EBC-094A828CE3E3}" type="presParOf" srcId="{9BE93130-EE72-44FA-8DF0-03D2CAB75160}" destId="{97E3E0A8-57B8-4546-93DA-585041EA0145}" srcOrd="0" destOrd="0" presId="urn:microsoft.com/office/officeart/2018/2/layout/IconVerticalSolidList"/>
    <dgm:cxn modelId="{B2DD9BA3-A9CA-4FBE-A1CE-3B54EEFF2398}" type="presParOf" srcId="{9BE93130-EE72-44FA-8DF0-03D2CAB75160}" destId="{019CF6F5-2AE6-4C17-80F6-3E78C556F9F9}" srcOrd="1" destOrd="0" presId="urn:microsoft.com/office/officeart/2018/2/layout/IconVerticalSolidList"/>
    <dgm:cxn modelId="{D3245EFF-36A2-438B-B2AA-96A3DA61F25C}" type="presParOf" srcId="{9BE93130-EE72-44FA-8DF0-03D2CAB75160}" destId="{6ADB71C1-70F1-433E-BE44-746F96361006}" srcOrd="2" destOrd="0" presId="urn:microsoft.com/office/officeart/2018/2/layout/IconVerticalSolidList"/>
    <dgm:cxn modelId="{1069F249-6644-4CA8-81A7-59BF627DB0B3}" type="presParOf" srcId="{9BE93130-EE72-44FA-8DF0-03D2CAB75160}" destId="{FA68BF64-042E-4B74-8770-28DD231579A1}" srcOrd="3" destOrd="0" presId="urn:microsoft.com/office/officeart/2018/2/layout/IconVerticalSolidList"/>
    <dgm:cxn modelId="{C6C643EC-7FF7-4299-A3EB-A1E8225EB3CC}" type="presParOf" srcId="{6B177314-504C-49AA-BD02-934A00C58F09}" destId="{CA9465DB-CDEF-42A6-9AB2-2783D3D93112}" srcOrd="5" destOrd="0" presId="urn:microsoft.com/office/officeart/2018/2/layout/IconVerticalSolidList"/>
    <dgm:cxn modelId="{71038A01-6A99-449B-928B-BEA846B266F3}" type="presParOf" srcId="{6B177314-504C-49AA-BD02-934A00C58F09}" destId="{1F1220BF-3E54-471D-86F6-144ED0F2E90C}" srcOrd="6" destOrd="0" presId="urn:microsoft.com/office/officeart/2018/2/layout/IconVerticalSolidList"/>
    <dgm:cxn modelId="{4EF176DC-4510-4EAD-B58B-0395990FD8A3}" type="presParOf" srcId="{1F1220BF-3E54-471D-86F6-144ED0F2E90C}" destId="{D33784BD-B6A5-4BB4-B966-16F42A9F9041}" srcOrd="0" destOrd="0" presId="urn:microsoft.com/office/officeart/2018/2/layout/IconVerticalSolidList"/>
    <dgm:cxn modelId="{8B205200-1F93-40F6-8356-711225E84022}" type="presParOf" srcId="{1F1220BF-3E54-471D-86F6-144ED0F2E90C}" destId="{467ADDE2-E18C-4A44-8973-E0939B288724}" srcOrd="1" destOrd="0" presId="urn:microsoft.com/office/officeart/2018/2/layout/IconVerticalSolidList"/>
    <dgm:cxn modelId="{EE9B5CC1-1B36-4719-8465-F8E83ABFFB74}" type="presParOf" srcId="{1F1220BF-3E54-471D-86F6-144ED0F2E90C}" destId="{762BA563-FF2E-41B8-886D-B5EA1266FFA7}" srcOrd="2" destOrd="0" presId="urn:microsoft.com/office/officeart/2018/2/layout/IconVerticalSolidList"/>
    <dgm:cxn modelId="{361F724F-E54D-47CE-8A4B-488D4863343D}" type="presParOf" srcId="{1F1220BF-3E54-471D-86F6-144ED0F2E90C}" destId="{1CBBA5FA-2A8D-407F-8206-E1E0F6523B4F}" srcOrd="3" destOrd="0" presId="urn:microsoft.com/office/officeart/2018/2/layout/IconVerticalSolidList"/>
    <dgm:cxn modelId="{A4A3DC95-CD4A-4403-9EFE-2FFD11D8BFF3}" type="presParOf" srcId="{6B177314-504C-49AA-BD02-934A00C58F09}" destId="{CA6A13F3-B7DC-4DFE-BADA-4C030AD8A147}" srcOrd="7" destOrd="0" presId="urn:microsoft.com/office/officeart/2018/2/layout/IconVerticalSolidList"/>
    <dgm:cxn modelId="{5493F27C-E5D2-475C-95F0-24501572EC11}" type="presParOf" srcId="{6B177314-504C-49AA-BD02-934A00C58F09}" destId="{6FBCB1A5-C958-4885-B494-8F78BE1000A7}" srcOrd="8" destOrd="0" presId="urn:microsoft.com/office/officeart/2018/2/layout/IconVerticalSolidList"/>
    <dgm:cxn modelId="{BB2515DF-BBE4-4076-BB49-D60294E877D2}" type="presParOf" srcId="{6FBCB1A5-C958-4885-B494-8F78BE1000A7}" destId="{A4C43751-DA1F-414D-9056-2BAFC628FEA3}" srcOrd="0" destOrd="0" presId="urn:microsoft.com/office/officeart/2018/2/layout/IconVerticalSolidList"/>
    <dgm:cxn modelId="{CF14D698-6B56-47E1-9810-76E78C8F5D2E}" type="presParOf" srcId="{6FBCB1A5-C958-4885-B494-8F78BE1000A7}" destId="{5432044D-C03C-4120-915F-00F10490E14C}" srcOrd="1" destOrd="0" presId="urn:microsoft.com/office/officeart/2018/2/layout/IconVerticalSolidList"/>
    <dgm:cxn modelId="{391569FC-10DA-466D-A1FF-2308770FEF2B}" type="presParOf" srcId="{6FBCB1A5-C958-4885-B494-8F78BE1000A7}" destId="{CDF8099B-DAA1-4CB6-8BAD-809FCABAE485}" srcOrd="2" destOrd="0" presId="urn:microsoft.com/office/officeart/2018/2/layout/IconVerticalSolidList"/>
    <dgm:cxn modelId="{276E7DB2-10CD-4CCE-8BF7-FA0C3EFF65BF}" type="presParOf" srcId="{6FBCB1A5-C958-4885-B494-8F78BE1000A7}" destId="{5AFECFD6-2250-4C15-ABB5-3A4C20566508}" srcOrd="3" destOrd="0" presId="urn:microsoft.com/office/officeart/2018/2/layout/IconVerticalSolidList"/>
    <dgm:cxn modelId="{95F2CA9A-61CF-408E-ABC2-85A0FACEE320}" type="presParOf" srcId="{6B177314-504C-49AA-BD02-934A00C58F09}" destId="{5A213D3B-76A0-4329-9877-1078A9143365}" srcOrd="9" destOrd="0" presId="urn:microsoft.com/office/officeart/2018/2/layout/IconVerticalSolidList"/>
    <dgm:cxn modelId="{ED60636E-3EA7-4ED5-958C-AA0759A21BA4}" type="presParOf" srcId="{6B177314-504C-49AA-BD02-934A00C58F09}" destId="{BB00CBFB-400B-4887-8CDE-B44115EA0F62}" srcOrd="10" destOrd="0" presId="urn:microsoft.com/office/officeart/2018/2/layout/IconVerticalSolidList"/>
    <dgm:cxn modelId="{C170BE80-13B6-41C8-9AF3-1C80810E4815}" type="presParOf" srcId="{BB00CBFB-400B-4887-8CDE-B44115EA0F62}" destId="{F2DAA27F-23A0-4B4C-991C-63C60487A233}" srcOrd="0" destOrd="0" presId="urn:microsoft.com/office/officeart/2018/2/layout/IconVerticalSolidList"/>
    <dgm:cxn modelId="{1480A45B-765F-4E12-A129-B409EAA3DDA3}" type="presParOf" srcId="{BB00CBFB-400B-4887-8CDE-B44115EA0F62}" destId="{0CC1EF2C-9F8A-4147-906F-6AC3DF3B77DA}" srcOrd="1" destOrd="0" presId="urn:microsoft.com/office/officeart/2018/2/layout/IconVerticalSolidList"/>
    <dgm:cxn modelId="{884184E0-A644-46C8-ABDD-58B419E4BD4A}" type="presParOf" srcId="{BB00CBFB-400B-4887-8CDE-B44115EA0F62}" destId="{917F807C-F102-4868-943E-BE853EAC5957}" srcOrd="2" destOrd="0" presId="urn:microsoft.com/office/officeart/2018/2/layout/IconVerticalSolidList"/>
    <dgm:cxn modelId="{A2104A55-AFF6-47D8-9BB8-8C2FED1B2DAA}" type="presParOf" srcId="{BB00CBFB-400B-4887-8CDE-B44115EA0F62}" destId="{3603308D-E490-4E3B-A3DA-3ABF6005026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2DA9F2B-2089-481E-8079-C07AA010333F}" type="doc">
      <dgm:prSet loTypeId="urn:microsoft.com/office/officeart/2005/8/layout/arrow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D22CF69-662D-423B-BD1E-1D4F7130E659}">
      <dgm:prSet/>
      <dgm:spPr/>
      <dgm:t>
        <a:bodyPr/>
        <a:lstStyle/>
        <a:p>
          <a:r>
            <a:rPr lang="en-IN">
              <a:solidFill>
                <a:schemeClr val="accent3">
                  <a:lumMod val="50000"/>
                </a:schemeClr>
              </a:solidFill>
            </a:rPr>
            <a:t>Server &amp; Gateway Logs</a:t>
          </a:r>
          <a:endParaRPr lang="en-US">
            <a:solidFill>
              <a:schemeClr val="accent3">
                <a:lumMod val="50000"/>
              </a:schemeClr>
            </a:solidFill>
          </a:endParaRPr>
        </a:p>
      </dgm:t>
    </dgm:pt>
    <dgm:pt modelId="{DA680A59-49CC-4B26-8505-650E80B22773}" type="parTrans" cxnId="{1E83E289-57A1-43A2-9D25-B70E9657CD08}">
      <dgm:prSet/>
      <dgm:spPr/>
      <dgm:t>
        <a:bodyPr/>
        <a:lstStyle/>
        <a:p>
          <a:endParaRPr lang="en-US"/>
        </a:p>
      </dgm:t>
    </dgm:pt>
    <dgm:pt modelId="{3A5FB45A-8C24-423B-82A0-F7381ABF979E}" type="sibTrans" cxnId="{1E83E289-57A1-43A2-9D25-B70E9657CD08}">
      <dgm:prSet/>
      <dgm:spPr/>
      <dgm:t>
        <a:bodyPr/>
        <a:lstStyle/>
        <a:p>
          <a:endParaRPr lang="en-US"/>
        </a:p>
      </dgm:t>
    </dgm:pt>
    <dgm:pt modelId="{EA95D4BE-9784-4961-9B15-E5D6B6D9F6A5}">
      <dgm:prSet/>
      <dgm:spPr/>
      <dgm:t>
        <a:bodyPr/>
        <a:lstStyle/>
        <a:p>
          <a:r>
            <a:rPr lang="en-IN">
              <a:solidFill>
                <a:schemeClr val="accent3">
                  <a:lumMod val="50000"/>
                </a:schemeClr>
              </a:solidFill>
            </a:rPr>
            <a:t>Unauthorized IP Addresses</a:t>
          </a:r>
          <a:endParaRPr lang="en-US">
            <a:solidFill>
              <a:schemeClr val="accent3">
                <a:lumMod val="50000"/>
              </a:schemeClr>
            </a:solidFill>
          </a:endParaRPr>
        </a:p>
      </dgm:t>
    </dgm:pt>
    <dgm:pt modelId="{2C8F776C-5218-4060-B82D-B346A5BD125C}" type="parTrans" cxnId="{D582B94F-B0FF-4370-9ABC-801C278C9368}">
      <dgm:prSet/>
      <dgm:spPr/>
      <dgm:t>
        <a:bodyPr/>
        <a:lstStyle/>
        <a:p>
          <a:endParaRPr lang="en-US"/>
        </a:p>
      </dgm:t>
    </dgm:pt>
    <dgm:pt modelId="{01510AE3-613A-41BE-B53E-939A854E706B}" type="sibTrans" cxnId="{D582B94F-B0FF-4370-9ABC-801C278C9368}">
      <dgm:prSet/>
      <dgm:spPr/>
      <dgm:t>
        <a:bodyPr/>
        <a:lstStyle/>
        <a:p>
          <a:endParaRPr lang="en-US"/>
        </a:p>
      </dgm:t>
    </dgm:pt>
    <dgm:pt modelId="{D774976B-6E8C-435E-830C-D979856A4952}">
      <dgm:prSet/>
      <dgm:spPr/>
      <dgm:t>
        <a:bodyPr/>
        <a:lstStyle/>
        <a:p>
          <a:r>
            <a:rPr lang="en-IN">
              <a:solidFill>
                <a:schemeClr val="accent3">
                  <a:lumMod val="50000"/>
                </a:schemeClr>
              </a:solidFill>
            </a:rPr>
            <a:t>Compromised User Credentials</a:t>
          </a:r>
          <a:endParaRPr lang="en-US">
            <a:solidFill>
              <a:schemeClr val="accent3">
                <a:lumMod val="50000"/>
              </a:schemeClr>
            </a:solidFill>
          </a:endParaRPr>
        </a:p>
      </dgm:t>
    </dgm:pt>
    <dgm:pt modelId="{243A8A80-8C24-4280-B240-6C747AD7B870}" type="parTrans" cxnId="{80CF5C28-3639-47C7-B578-F4BC664AB932}">
      <dgm:prSet/>
      <dgm:spPr/>
      <dgm:t>
        <a:bodyPr/>
        <a:lstStyle/>
        <a:p>
          <a:endParaRPr lang="en-US"/>
        </a:p>
      </dgm:t>
    </dgm:pt>
    <dgm:pt modelId="{262E3CFB-0F55-47DA-A56F-8B1EA0232AAB}" type="sibTrans" cxnId="{80CF5C28-3639-47C7-B578-F4BC664AB932}">
      <dgm:prSet/>
      <dgm:spPr/>
      <dgm:t>
        <a:bodyPr/>
        <a:lstStyle/>
        <a:p>
          <a:endParaRPr lang="en-US"/>
        </a:p>
      </dgm:t>
    </dgm:pt>
    <dgm:pt modelId="{D6C15092-BB2F-4F1B-A6CD-839001CFF686}" type="pres">
      <dgm:prSet presAssocID="{A2DA9F2B-2089-481E-8079-C07AA010333F}" presName="cycle" presStyleCnt="0">
        <dgm:presLayoutVars>
          <dgm:dir/>
          <dgm:resizeHandles val="exact"/>
        </dgm:presLayoutVars>
      </dgm:prSet>
      <dgm:spPr/>
    </dgm:pt>
    <dgm:pt modelId="{7E08F589-A445-40A5-84FD-DE6045BFC9C3}" type="pres">
      <dgm:prSet presAssocID="{5D22CF69-662D-423B-BD1E-1D4F7130E659}" presName="arrow" presStyleLbl="node1" presStyleIdx="0" presStyleCnt="3">
        <dgm:presLayoutVars>
          <dgm:bulletEnabled val="1"/>
        </dgm:presLayoutVars>
      </dgm:prSet>
      <dgm:spPr/>
    </dgm:pt>
    <dgm:pt modelId="{DFFBFDAF-08AB-45F6-B7BF-B4FC5CFBC8A6}" type="pres">
      <dgm:prSet presAssocID="{EA95D4BE-9784-4961-9B15-E5D6B6D9F6A5}" presName="arrow" presStyleLbl="node1" presStyleIdx="1" presStyleCnt="3">
        <dgm:presLayoutVars>
          <dgm:bulletEnabled val="1"/>
        </dgm:presLayoutVars>
      </dgm:prSet>
      <dgm:spPr/>
    </dgm:pt>
    <dgm:pt modelId="{10C95C7A-9518-4636-BB9C-5EC6C405EF57}" type="pres">
      <dgm:prSet presAssocID="{D774976B-6E8C-435E-830C-D979856A4952}" presName="arrow" presStyleLbl="node1" presStyleIdx="2" presStyleCnt="3">
        <dgm:presLayoutVars>
          <dgm:bulletEnabled val="1"/>
        </dgm:presLayoutVars>
      </dgm:prSet>
      <dgm:spPr/>
    </dgm:pt>
  </dgm:ptLst>
  <dgm:cxnLst>
    <dgm:cxn modelId="{80CF5C28-3639-47C7-B578-F4BC664AB932}" srcId="{A2DA9F2B-2089-481E-8079-C07AA010333F}" destId="{D774976B-6E8C-435E-830C-D979856A4952}" srcOrd="2" destOrd="0" parTransId="{243A8A80-8C24-4280-B240-6C747AD7B870}" sibTransId="{262E3CFB-0F55-47DA-A56F-8B1EA0232AAB}"/>
    <dgm:cxn modelId="{D582B94F-B0FF-4370-9ABC-801C278C9368}" srcId="{A2DA9F2B-2089-481E-8079-C07AA010333F}" destId="{EA95D4BE-9784-4961-9B15-E5D6B6D9F6A5}" srcOrd="1" destOrd="0" parTransId="{2C8F776C-5218-4060-B82D-B346A5BD125C}" sibTransId="{01510AE3-613A-41BE-B53E-939A854E706B}"/>
    <dgm:cxn modelId="{A0AB9C52-59DA-4D80-81A9-52CA8A4E7CBB}" type="presOf" srcId="{D774976B-6E8C-435E-830C-D979856A4952}" destId="{10C95C7A-9518-4636-BB9C-5EC6C405EF57}" srcOrd="0" destOrd="0" presId="urn:microsoft.com/office/officeart/2005/8/layout/arrow1"/>
    <dgm:cxn modelId="{1E83E289-57A1-43A2-9D25-B70E9657CD08}" srcId="{A2DA9F2B-2089-481E-8079-C07AA010333F}" destId="{5D22CF69-662D-423B-BD1E-1D4F7130E659}" srcOrd="0" destOrd="0" parTransId="{DA680A59-49CC-4B26-8505-650E80B22773}" sibTransId="{3A5FB45A-8C24-423B-82A0-F7381ABF979E}"/>
    <dgm:cxn modelId="{D03BE3CE-E604-46D1-B3F8-57D7BB86857E}" type="presOf" srcId="{5D22CF69-662D-423B-BD1E-1D4F7130E659}" destId="{7E08F589-A445-40A5-84FD-DE6045BFC9C3}" srcOrd="0" destOrd="0" presId="urn:microsoft.com/office/officeart/2005/8/layout/arrow1"/>
    <dgm:cxn modelId="{BA7AE7D0-0FC9-473F-B4F4-4C7BDD9D42E2}" type="presOf" srcId="{EA95D4BE-9784-4961-9B15-E5D6B6D9F6A5}" destId="{DFFBFDAF-08AB-45F6-B7BF-B4FC5CFBC8A6}" srcOrd="0" destOrd="0" presId="urn:microsoft.com/office/officeart/2005/8/layout/arrow1"/>
    <dgm:cxn modelId="{BAA0EEDC-1080-4123-8B38-0F54435E5807}" type="presOf" srcId="{A2DA9F2B-2089-481E-8079-C07AA010333F}" destId="{D6C15092-BB2F-4F1B-A6CD-839001CFF686}" srcOrd="0" destOrd="0" presId="urn:microsoft.com/office/officeart/2005/8/layout/arrow1"/>
    <dgm:cxn modelId="{49FC2AA9-8923-43D2-9170-197A62DFF632}" type="presParOf" srcId="{D6C15092-BB2F-4F1B-A6CD-839001CFF686}" destId="{7E08F589-A445-40A5-84FD-DE6045BFC9C3}" srcOrd="0" destOrd="0" presId="urn:microsoft.com/office/officeart/2005/8/layout/arrow1"/>
    <dgm:cxn modelId="{24A863E9-6C84-4F25-9273-6616902BC777}" type="presParOf" srcId="{D6C15092-BB2F-4F1B-A6CD-839001CFF686}" destId="{DFFBFDAF-08AB-45F6-B7BF-B4FC5CFBC8A6}" srcOrd="1" destOrd="0" presId="urn:microsoft.com/office/officeart/2005/8/layout/arrow1"/>
    <dgm:cxn modelId="{3961D12F-9EC6-4509-9D43-94F3DB31EA0D}" type="presParOf" srcId="{D6C15092-BB2F-4F1B-A6CD-839001CFF686}" destId="{10C95C7A-9518-4636-BB9C-5EC6C405EF57}" srcOrd="2" destOrd="0" presId="urn:microsoft.com/office/officeart/2005/8/layout/arrow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F7C2F66-8466-4E36-8FAA-B15D0C403F38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CCAE0D0-8782-4036-89A5-327A4CB069DC}">
      <dgm:prSet/>
      <dgm:spPr/>
      <dgm:t>
        <a:bodyPr/>
        <a:lstStyle/>
        <a:p>
          <a:r>
            <a:rPr lang="en-IN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CASE OUTCOME</a:t>
          </a:r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F5680D5-C3A7-4CA7-8C2E-CC7EE8C334C5}" type="parTrans" cxnId="{1531DF6A-73EA-4C03-A60C-54A58AB46D57}">
      <dgm:prSet/>
      <dgm:spPr/>
      <dgm:t>
        <a:bodyPr/>
        <a:lstStyle/>
        <a:p>
          <a:endParaRPr lang="en-US"/>
        </a:p>
      </dgm:t>
    </dgm:pt>
    <dgm:pt modelId="{2C342DD9-6237-4615-A8C8-8FBADEDD53E8}" type="sibTrans" cxnId="{1531DF6A-73EA-4C03-A60C-54A58AB46D57}">
      <dgm:prSet/>
      <dgm:spPr/>
      <dgm:t>
        <a:bodyPr/>
        <a:lstStyle/>
        <a:p>
          <a:endParaRPr lang="en-US"/>
        </a:p>
      </dgm:t>
    </dgm:pt>
    <dgm:pt modelId="{D0C3C954-9E1A-4557-85D1-6E101D73DD04}">
      <dgm:prSet/>
      <dgm:spPr/>
      <dgm:t>
        <a:bodyPr/>
        <a:lstStyle/>
        <a:p>
          <a:r>
            <a:rPr lang="en-IN"/>
            <a:t>Several Arrests Made</a:t>
          </a:r>
          <a:endParaRPr lang="en-US"/>
        </a:p>
      </dgm:t>
    </dgm:pt>
    <dgm:pt modelId="{3ED33079-9E59-4596-A052-224B47697027}" type="parTrans" cxnId="{0E4D6013-BC64-47D9-8AF2-765F553EF596}">
      <dgm:prSet/>
      <dgm:spPr/>
      <dgm:t>
        <a:bodyPr/>
        <a:lstStyle/>
        <a:p>
          <a:endParaRPr lang="en-US"/>
        </a:p>
      </dgm:t>
    </dgm:pt>
    <dgm:pt modelId="{99D47636-E335-4877-AC82-AEF553CCBEC4}" type="sibTrans" cxnId="{0E4D6013-BC64-47D9-8AF2-765F553EF596}">
      <dgm:prSet/>
      <dgm:spPr/>
      <dgm:t>
        <a:bodyPr/>
        <a:lstStyle/>
        <a:p>
          <a:endParaRPr lang="en-US"/>
        </a:p>
      </dgm:t>
    </dgm:pt>
    <dgm:pt modelId="{BD05DDD8-CC15-4630-B15C-D05E3AFD64D2}">
      <dgm:prSet/>
      <dgm:spPr/>
      <dgm:t>
        <a:bodyPr/>
        <a:lstStyle/>
        <a:p>
          <a:r>
            <a:rPr lang="en-IN"/>
            <a:t>FIR Filed Against Journalist</a:t>
          </a:r>
          <a:endParaRPr lang="en-US"/>
        </a:p>
      </dgm:t>
    </dgm:pt>
    <dgm:pt modelId="{C693CE49-7E6D-4ECD-89FD-8A4D5A2063CB}" type="parTrans" cxnId="{8CB29EFD-2325-436E-8497-DE1AB89D9FDB}">
      <dgm:prSet/>
      <dgm:spPr/>
      <dgm:t>
        <a:bodyPr/>
        <a:lstStyle/>
        <a:p>
          <a:endParaRPr lang="en-US"/>
        </a:p>
      </dgm:t>
    </dgm:pt>
    <dgm:pt modelId="{185AA414-DCAB-4CFE-9782-17EEB3B81CE1}" type="sibTrans" cxnId="{8CB29EFD-2325-436E-8497-DE1AB89D9FDB}">
      <dgm:prSet/>
      <dgm:spPr/>
      <dgm:t>
        <a:bodyPr/>
        <a:lstStyle/>
        <a:p>
          <a:endParaRPr lang="en-US"/>
        </a:p>
      </dgm:t>
    </dgm:pt>
    <dgm:pt modelId="{E521A88A-2F09-4C75-B249-01DE46963E24}">
      <dgm:prSet/>
      <dgm:spPr/>
      <dgm:t>
        <a:bodyPr/>
        <a:lstStyle/>
        <a:p>
          <a:r>
            <a:rPr lang="en-IN"/>
            <a:t>Increased Public Scrutiny</a:t>
          </a:r>
          <a:endParaRPr lang="en-US"/>
        </a:p>
      </dgm:t>
    </dgm:pt>
    <dgm:pt modelId="{A165ABE7-FB4A-4246-9943-9F2CC7023B5F}" type="parTrans" cxnId="{5798259F-DEB9-4395-8700-47417322F538}">
      <dgm:prSet/>
      <dgm:spPr/>
      <dgm:t>
        <a:bodyPr/>
        <a:lstStyle/>
        <a:p>
          <a:endParaRPr lang="en-US"/>
        </a:p>
      </dgm:t>
    </dgm:pt>
    <dgm:pt modelId="{CE928FE7-6103-4D0B-8246-B9F02C545844}" type="sibTrans" cxnId="{5798259F-DEB9-4395-8700-47417322F538}">
      <dgm:prSet/>
      <dgm:spPr/>
      <dgm:t>
        <a:bodyPr/>
        <a:lstStyle/>
        <a:p>
          <a:endParaRPr lang="en-US"/>
        </a:p>
      </dgm:t>
    </dgm:pt>
    <dgm:pt modelId="{D1E46C29-4E42-41D9-83A7-35D71F7DEAB5}" type="pres">
      <dgm:prSet presAssocID="{6F7C2F66-8466-4E36-8FAA-B15D0C403F38}" presName="linear" presStyleCnt="0">
        <dgm:presLayoutVars>
          <dgm:dir/>
          <dgm:animLvl val="lvl"/>
          <dgm:resizeHandles val="exact"/>
        </dgm:presLayoutVars>
      </dgm:prSet>
      <dgm:spPr/>
    </dgm:pt>
    <dgm:pt modelId="{42DF8E34-FC29-41C4-820D-48209ED7064C}" type="pres">
      <dgm:prSet presAssocID="{5CCAE0D0-8782-4036-89A5-327A4CB069DC}" presName="parentLin" presStyleCnt="0"/>
      <dgm:spPr/>
    </dgm:pt>
    <dgm:pt modelId="{D30291D7-33E1-4E01-B367-5674113AA70B}" type="pres">
      <dgm:prSet presAssocID="{5CCAE0D0-8782-4036-89A5-327A4CB069DC}" presName="parentLeftMargin" presStyleLbl="node1" presStyleIdx="0" presStyleCnt="1"/>
      <dgm:spPr/>
    </dgm:pt>
    <dgm:pt modelId="{7ADD275A-A065-40DC-910A-650C0DD46847}" type="pres">
      <dgm:prSet presAssocID="{5CCAE0D0-8782-4036-89A5-327A4CB069DC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001D1106-095A-47F5-ABB3-37D69F0CD3DC}" type="pres">
      <dgm:prSet presAssocID="{5CCAE0D0-8782-4036-89A5-327A4CB069DC}" presName="negativeSpace" presStyleCnt="0"/>
      <dgm:spPr/>
    </dgm:pt>
    <dgm:pt modelId="{6722050D-3029-4F2D-98CD-A7D9967A6DA3}" type="pres">
      <dgm:prSet presAssocID="{5CCAE0D0-8782-4036-89A5-327A4CB069DC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A2B18F07-7F18-4DD6-A13F-458E4A2FE0CC}" type="presOf" srcId="{D0C3C954-9E1A-4557-85D1-6E101D73DD04}" destId="{6722050D-3029-4F2D-98CD-A7D9967A6DA3}" srcOrd="0" destOrd="0" presId="urn:microsoft.com/office/officeart/2005/8/layout/list1"/>
    <dgm:cxn modelId="{0E4D6013-BC64-47D9-8AF2-765F553EF596}" srcId="{5CCAE0D0-8782-4036-89A5-327A4CB069DC}" destId="{D0C3C954-9E1A-4557-85D1-6E101D73DD04}" srcOrd="0" destOrd="0" parTransId="{3ED33079-9E59-4596-A052-224B47697027}" sibTransId="{99D47636-E335-4877-AC82-AEF553CCBEC4}"/>
    <dgm:cxn modelId="{C25A6435-9C22-44D0-8506-F80A89C8432B}" type="presOf" srcId="{5CCAE0D0-8782-4036-89A5-327A4CB069DC}" destId="{D30291D7-33E1-4E01-B367-5674113AA70B}" srcOrd="0" destOrd="0" presId="urn:microsoft.com/office/officeart/2005/8/layout/list1"/>
    <dgm:cxn modelId="{1531DF6A-73EA-4C03-A60C-54A58AB46D57}" srcId="{6F7C2F66-8466-4E36-8FAA-B15D0C403F38}" destId="{5CCAE0D0-8782-4036-89A5-327A4CB069DC}" srcOrd="0" destOrd="0" parTransId="{6F5680D5-C3A7-4CA7-8C2E-CC7EE8C334C5}" sibTransId="{2C342DD9-6237-4615-A8C8-8FBADEDD53E8}"/>
    <dgm:cxn modelId="{842B648E-6ABB-4DB2-AD1F-DD5DFA0B7FD0}" type="presOf" srcId="{6F7C2F66-8466-4E36-8FAA-B15D0C403F38}" destId="{D1E46C29-4E42-41D9-83A7-35D71F7DEAB5}" srcOrd="0" destOrd="0" presId="urn:microsoft.com/office/officeart/2005/8/layout/list1"/>
    <dgm:cxn modelId="{5798259F-DEB9-4395-8700-47417322F538}" srcId="{5CCAE0D0-8782-4036-89A5-327A4CB069DC}" destId="{E521A88A-2F09-4C75-B249-01DE46963E24}" srcOrd="2" destOrd="0" parTransId="{A165ABE7-FB4A-4246-9943-9F2CC7023B5F}" sibTransId="{CE928FE7-6103-4D0B-8246-B9F02C545844}"/>
    <dgm:cxn modelId="{4632B9A3-62F5-473D-A3FB-8F925CBFC30F}" type="presOf" srcId="{E521A88A-2F09-4C75-B249-01DE46963E24}" destId="{6722050D-3029-4F2D-98CD-A7D9967A6DA3}" srcOrd="0" destOrd="2" presId="urn:microsoft.com/office/officeart/2005/8/layout/list1"/>
    <dgm:cxn modelId="{913EE6AC-B9A0-4D6B-AC36-7CD4D3B0D80B}" type="presOf" srcId="{5CCAE0D0-8782-4036-89A5-327A4CB069DC}" destId="{7ADD275A-A065-40DC-910A-650C0DD46847}" srcOrd="1" destOrd="0" presId="urn:microsoft.com/office/officeart/2005/8/layout/list1"/>
    <dgm:cxn modelId="{28C3E5F1-801E-4A8E-8DD0-548DFB9A1A8F}" type="presOf" srcId="{BD05DDD8-CC15-4630-B15C-D05E3AFD64D2}" destId="{6722050D-3029-4F2D-98CD-A7D9967A6DA3}" srcOrd="0" destOrd="1" presId="urn:microsoft.com/office/officeart/2005/8/layout/list1"/>
    <dgm:cxn modelId="{8CB29EFD-2325-436E-8497-DE1AB89D9FDB}" srcId="{5CCAE0D0-8782-4036-89A5-327A4CB069DC}" destId="{BD05DDD8-CC15-4630-B15C-D05E3AFD64D2}" srcOrd="1" destOrd="0" parTransId="{C693CE49-7E6D-4ECD-89FD-8A4D5A2063CB}" sibTransId="{185AA414-DCAB-4CFE-9782-17EEB3B81CE1}"/>
    <dgm:cxn modelId="{AD476AEA-4281-4B3D-A2AB-97736CEA8AD7}" type="presParOf" srcId="{D1E46C29-4E42-41D9-83A7-35D71F7DEAB5}" destId="{42DF8E34-FC29-41C4-820D-48209ED7064C}" srcOrd="0" destOrd="0" presId="urn:microsoft.com/office/officeart/2005/8/layout/list1"/>
    <dgm:cxn modelId="{2CACA35C-009B-4343-A28D-F7DD31CF85B2}" type="presParOf" srcId="{42DF8E34-FC29-41C4-820D-48209ED7064C}" destId="{D30291D7-33E1-4E01-B367-5674113AA70B}" srcOrd="0" destOrd="0" presId="urn:microsoft.com/office/officeart/2005/8/layout/list1"/>
    <dgm:cxn modelId="{72E1C380-52DC-4CE0-8255-36E0E63F9861}" type="presParOf" srcId="{42DF8E34-FC29-41C4-820D-48209ED7064C}" destId="{7ADD275A-A065-40DC-910A-650C0DD46847}" srcOrd="1" destOrd="0" presId="urn:microsoft.com/office/officeart/2005/8/layout/list1"/>
    <dgm:cxn modelId="{8AECBF6A-4081-4034-8D3B-2711C6096B0A}" type="presParOf" srcId="{D1E46C29-4E42-41D9-83A7-35D71F7DEAB5}" destId="{001D1106-095A-47F5-ABB3-37D69F0CD3DC}" srcOrd="1" destOrd="0" presId="urn:microsoft.com/office/officeart/2005/8/layout/list1"/>
    <dgm:cxn modelId="{92BA8DDC-8722-4416-879D-1AD129BF24A9}" type="presParOf" srcId="{D1E46C29-4E42-41D9-83A7-35D71F7DEAB5}" destId="{6722050D-3029-4F2D-98CD-A7D9967A6DA3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38E282-6484-4A77-ABFA-AC9DF5A22290}">
      <dsp:nvSpPr>
        <dsp:cNvPr id="0" name=""/>
        <dsp:cNvSpPr/>
      </dsp:nvSpPr>
      <dsp:spPr>
        <a:xfrm>
          <a:off x="0" y="1218"/>
          <a:ext cx="11156950" cy="51926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0F0AE4-379B-40C4-A4CA-516959042559}">
      <dsp:nvSpPr>
        <dsp:cNvPr id="0" name=""/>
        <dsp:cNvSpPr/>
      </dsp:nvSpPr>
      <dsp:spPr>
        <a:xfrm>
          <a:off x="157078" y="118054"/>
          <a:ext cx="285597" cy="2855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A56F19-0D4D-404D-BFE5-535F3C866D7D}">
      <dsp:nvSpPr>
        <dsp:cNvPr id="0" name=""/>
        <dsp:cNvSpPr/>
      </dsp:nvSpPr>
      <dsp:spPr>
        <a:xfrm>
          <a:off x="599755" y="1218"/>
          <a:ext cx="10557194" cy="5192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956" tIns="54956" rIns="54956" bIns="5495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Introduction &amp; Background of the Case</a:t>
          </a:r>
          <a:endParaRPr lang="en-US" sz="1900" kern="1200"/>
        </a:p>
      </dsp:txBody>
      <dsp:txXfrm>
        <a:off x="599755" y="1218"/>
        <a:ext cx="10557194" cy="519269"/>
      </dsp:txXfrm>
    </dsp:sp>
    <dsp:sp modelId="{98B2B6BB-AA10-4643-ACAC-B5A190BC5A70}">
      <dsp:nvSpPr>
        <dsp:cNvPr id="0" name=""/>
        <dsp:cNvSpPr/>
      </dsp:nvSpPr>
      <dsp:spPr>
        <a:xfrm>
          <a:off x="0" y="650304"/>
          <a:ext cx="11156950" cy="51926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5719CA-7C35-455E-8DA8-2C8C250B7471}">
      <dsp:nvSpPr>
        <dsp:cNvPr id="0" name=""/>
        <dsp:cNvSpPr/>
      </dsp:nvSpPr>
      <dsp:spPr>
        <a:xfrm>
          <a:off x="157078" y="767140"/>
          <a:ext cx="285597" cy="2855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D05D16-D9D7-4B78-820E-F8B8CC662B6A}">
      <dsp:nvSpPr>
        <dsp:cNvPr id="0" name=""/>
        <dsp:cNvSpPr/>
      </dsp:nvSpPr>
      <dsp:spPr>
        <a:xfrm>
          <a:off x="599755" y="650304"/>
          <a:ext cx="10557194" cy="5192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956" tIns="54956" rIns="54956" bIns="5495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The Cyber Forensic Investigation Process</a:t>
          </a:r>
          <a:endParaRPr lang="en-US" sz="1900" kern="1200"/>
        </a:p>
      </dsp:txBody>
      <dsp:txXfrm>
        <a:off x="599755" y="650304"/>
        <a:ext cx="10557194" cy="519269"/>
      </dsp:txXfrm>
    </dsp:sp>
    <dsp:sp modelId="{97E3E0A8-57B8-4546-93DA-585041EA0145}">
      <dsp:nvSpPr>
        <dsp:cNvPr id="0" name=""/>
        <dsp:cNvSpPr/>
      </dsp:nvSpPr>
      <dsp:spPr>
        <a:xfrm>
          <a:off x="0" y="1299391"/>
          <a:ext cx="11156950" cy="51926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9CF6F5-2AE6-4C17-80F6-3E78C556F9F9}">
      <dsp:nvSpPr>
        <dsp:cNvPr id="0" name=""/>
        <dsp:cNvSpPr/>
      </dsp:nvSpPr>
      <dsp:spPr>
        <a:xfrm>
          <a:off x="157078" y="1416226"/>
          <a:ext cx="285597" cy="2855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68BF64-042E-4B74-8770-28DD231579A1}">
      <dsp:nvSpPr>
        <dsp:cNvPr id="0" name=""/>
        <dsp:cNvSpPr/>
      </dsp:nvSpPr>
      <dsp:spPr>
        <a:xfrm>
          <a:off x="599755" y="1299391"/>
          <a:ext cx="10557194" cy="5192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956" tIns="54956" rIns="54956" bIns="5495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Evidence Collection and Analysis</a:t>
          </a:r>
          <a:endParaRPr lang="en-US" sz="1900" kern="1200"/>
        </a:p>
      </dsp:txBody>
      <dsp:txXfrm>
        <a:off x="599755" y="1299391"/>
        <a:ext cx="10557194" cy="519269"/>
      </dsp:txXfrm>
    </dsp:sp>
    <dsp:sp modelId="{D33784BD-B6A5-4BB4-B966-16F42A9F9041}">
      <dsp:nvSpPr>
        <dsp:cNvPr id="0" name=""/>
        <dsp:cNvSpPr/>
      </dsp:nvSpPr>
      <dsp:spPr>
        <a:xfrm>
          <a:off x="0" y="1948477"/>
          <a:ext cx="11156950" cy="51926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7ADDE2-E18C-4A44-8973-E0939B288724}">
      <dsp:nvSpPr>
        <dsp:cNvPr id="0" name=""/>
        <dsp:cNvSpPr/>
      </dsp:nvSpPr>
      <dsp:spPr>
        <a:xfrm>
          <a:off x="157078" y="2065313"/>
          <a:ext cx="285597" cy="2855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BBA5FA-2A8D-407F-8206-E1E0F6523B4F}">
      <dsp:nvSpPr>
        <dsp:cNvPr id="0" name=""/>
        <dsp:cNvSpPr/>
      </dsp:nvSpPr>
      <dsp:spPr>
        <a:xfrm>
          <a:off x="599755" y="1948477"/>
          <a:ext cx="10557194" cy="5192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956" tIns="54956" rIns="54956" bIns="5495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Challenges Faced in the Investigation</a:t>
          </a:r>
          <a:endParaRPr lang="en-US" sz="1900" kern="1200"/>
        </a:p>
      </dsp:txBody>
      <dsp:txXfrm>
        <a:off x="599755" y="1948477"/>
        <a:ext cx="10557194" cy="519269"/>
      </dsp:txXfrm>
    </dsp:sp>
    <dsp:sp modelId="{A4C43751-DA1F-414D-9056-2BAFC628FEA3}">
      <dsp:nvSpPr>
        <dsp:cNvPr id="0" name=""/>
        <dsp:cNvSpPr/>
      </dsp:nvSpPr>
      <dsp:spPr>
        <a:xfrm>
          <a:off x="0" y="2597563"/>
          <a:ext cx="11156950" cy="51926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32044D-C03C-4120-915F-00F10490E14C}">
      <dsp:nvSpPr>
        <dsp:cNvPr id="0" name=""/>
        <dsp:cNvSpPr/>
      </dsp:nvSpPr>
      <dsp:spPr>
        <a:xfrm>
          <a:off x="157078" y="2714399"/>
          <a:ext cx="285597" cy="2855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FECFD6-2250-4C15-ABB5-3A4C20566508}">
      <dsp:nvSpPr>
        <dsp:cNvPr id="0" name=""/>
        <dsp:cNvSpPr/>
      </dsp:nvSpPr>
      <dsp:spPr>
        <a:xfrm>
          <a:off x="599755" y="2597563"/>
          <a:ext cx="10557194" cy="5192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956" tIns="54956" rIns="54956" bIns="5495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Outcome and Preventive Measures</a:t>
          </a:r>
          <a:endParaRPr lang="en-US" sz="1900" kern="1200"/>
        </a:p>
      </dsp:txBody>
      <dsp:txXfrm>
        <a:off x="599755" y="2597563"/>
        <a:ext cx="10557194" cy="519269"/>
      </dsp:txXfrm>
    </dsp:sp>
    <dsp:sp modelId="{F2DAA27F-23A0-4B4C-991C-63C60487A233}">
      <dsp:nvSpPr>
        <dsp:cNvPr id="0" name=""/>
        <dsp:cNvSpPr/>
      </dsp:nvSpPr>
      <dsp:spPr>
        <a:xfrm>
          <a:off x="0" y="3246650"/>
          <a:ext cx="11156950" cy="51926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C1EF2C-9F8A-4147-906F-6AC3DF3B77DA}">
      <dsp:nvSpPr>
        <dsp:cNvPr id="0" name=""/>
        <dsp:cNvSpPr/>
      </dsp:nvSpPr>
      <dsp:spPr>
        <a:xfrm>
          <a:off x="157078" y="3363485"/>
          <a:ext cx="285597" cy="2855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03308D-E490-4E3B-A3DA-3ABF60050260}">
      <dsp:nvSpPr>
        <dsp:cNvPr id="0" name=""/>
        <dsp:cNvSpPr/>
      </dsp:nvSpPr>
      <dsp:spPr>
        <a:xfrm>
          <a:off x="599755" y="3246650"/>
          <a:ext cx="10557194" cy="5192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956" tIns="54956" rIns="54956" bIns="5495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Conclusion</a:t>
          </a:r>
          <a:endParaRPr lang="en-US" sz="1900" kern="1200"/>
        </a:p>
      </dsp:txBody>
      <dsp:txXfrm>
        <a:off x="599755" y="3246650"/>
        <a:ext cx="10557194" cy="51926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08F589-A445-40A5-84FD-DE6045BFC9C3}">
      <dsp:nvSpPr>
        <dsp:cNvPr id="0" name=""/>
        <dsp:cNvSpPr/>
      </dsp:nvSpPr>
      <dsp:spPr>
        <a:xfrm>
          <a:off x="2826977" y="260"/>
          <a:ext cx="2646618" cy="2646618"/>
        </a:xfrm>
        <a:prstGeom prst="up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>
              <a:solidFill>
                <a:schemeClr val="accent3">
                  <a:lumMod val="50000"/>
                </a:schemeClr>
              </a:solidFill>
            </a:rPr>
            <a:t>Server &amp; Gateway Logs</a:t>
          </a:r>
          <a:endParaRPr lang="en-US" sz="2100" kern="1200">
            <a:solidFill>
              <a:schemeClr val="accent3">
                <a:lumMod val="50000"/>
              </a:schemeClr>
            </a:solidFill>
          </a:endParaRPr>
        </a:p>
      </dsp:txBody>
      <dsp:txXfrm>
        <a:off x="3488632" y="463418"/>
        <a:ext cx="1323309" cy="2183460"/>
      </dsp:txXfrm>
    </dsp:sp>
    <dsp:sp modelId="{DFFBFDAF-08AB-45F6-B7BF-B4FC5CFBC8A6}">
      <dsp:nvSpPr>
        <dsp:cNvPr id="0" name=""/>
        <dsp:cNvSpPr/>
      </dsp:nvSpPr>
      <dsp:spPr>
        <a:xfrm rot="7200000">
          <a:off x="4359130" y="2654027"/>
          <a:ext cx="2646618" cy="2646618"/>
        </a:xfrm>
        <a:prstGeom prst="up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>
              <a:solidFill>
                <a:schemeClr val="accent3">
                  <a:lumMod val="50000"/>
                </a:schemeClr>
              </a:solidFill>
            </a:rPr>
            <a:t>Unauthorized IP Addresses</a:t>
          </a:r>
          <a:endParaRPr lang="en-US" sz="2100" kern="1200">
            <a:solidFill>
              <a:schemeClr val="accent3">
                <a:lumMod val="50000"/>
              </a:schemeClr>
            </a:solidFill>
          </a:endParaRPr>
        </a:p>
      </dsp:txBody>
      <dsp:txXfrm rot="-5400000">
        <a:off x="4390156" y="3199892"/>
        <a:ext cx="2183460" cy="1323309"/>
      </dsp:txXfrm>
    </dsp:sp>
    <dsp:sp modelId="{10C95C7A-9518-4636-BB9C-5EC6C405EF57}">
      <dsp:nvSpPr>
        <dsp:cNvPr id="0" name=""/>
        <dsp:cNvSpPr/>
      </dsp:nvSpPr>
      <dsp:spPr>
        <a:xfrm rot="14400000">
          <a:off x="1294824" y="2654027"/>
          <a:ext cx="2646618" cy="2646618"/>
        </a:xfrm>
        <a:prstGeom prst="up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>
              <a:solidFill>
                <a:schemeClr val="accent3">
                  <a:lumMod val="50000"/>
                </a:schemeClr>
              </a:solidFill>
            </a:rPr>
            <a:t>Compromised User Credentials</a:t>
          </a:r>
          <a:endParaRPr lang="en-US" sz="2100" kern="1200">
            <a:solidFill>
              <a:schemeClr val="accent3">
                <a:lumMod val="50000"/>
              </a:schemeClr>
            </a:solidFill>
          </a:endParaRPr>
        </a:p>
      </dsp:txBody>
      <dsp:txXfrm rot="5400000">
        <a:off x="1726957" y="3199891"/>
        <a:ext cx="2183460" cy="132330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22050D-3029-4F2D-98CD-A7D9967A6DA3}">
      <dsp:nvSpPr>
        <dsp:cNvPr id="0" name=""/>
        <dsp:cNvSpPr/>
      </dsp:nvSpPr>
      <dsp:spPr>
        <a:xfrm>
          <a:off x="0" y="639004"/>
          <a:ext cx="11156950" cy="31090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5903" tIns="874776" rIns="865903" bIns="298704" numCol="1" spcCol="1270" anchor="t" anchorCtr="0">
          <a:noAutofit/>
        </a:bodyPr>
        <a:lstStyle/>
        <a:p>
          <a:pPr marL="285750" lvl="1" indent="-285750" algn="l" defTabSz="1866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4200" kern="1200"/>
            <a:t>Several Arrests Made</a:t>
          </a:r>
          <a:endParaRPr lang="en-US" sz="4200" kern="1200"/>
        </a:p>
        <a:p>
          <a:pPr marL="285750" lvl="1" indent="-285750" algn="l" defTabSz="1866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4200" kern="1200"/>
            <a:t>FIR Filed Against Journalist</a:t>
          </a:r>
          <a:endParaRPr lang="en-US" sz="4200" kern="1200"/>
        </a:p>
        <a:p>
          <a:pPr marL="285750" lvl="1" indent="-285750" algn="l" defTabSz="1866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4200" kern="1200"/>
            <a:t>Increased Public Scrutiny</a:t>
          </a:r>
          <a:endParaRPr lang="en-US" sz="4200" kern="1200"/>
        </a:p>
      </dsp:txBody>
      <dsp:txXfrm>
        <a:off x="0" y="639004"/>
        <a:ext cx="11156950" cy="3109050"/>
      </dsp:txXfrm>
    </dsp:sp>
    <dsp:sp modelId="{7ADD275A-A065-40DC-910A-650C0DD46847}">
      <dsp:nvSpPr>
        <dsp:cNvPr id="0" name=""/>
        <dsp:cNvSpPr/>
      </dsp:nvSpPr>
      <dsp:spPr>
        <a:xfrm>
          <a:off x="557847" y="19084"/>
          <a:ext cx="7809865" cy="1239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5194" tIns="0" rIns="295194" bIns="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2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CASE OUTCOME</a:t>
          </a:r>
          <a:endParaRPr lang="en-US" sz="4200" b="1" kern="12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618371" y="79608"/>
        <a:ext cx="7688817" cy="11187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row1">
  <dgm:title val=""/>
  <dgm:desc val=""/>
  <dgm:catLst>
    <dgm:cat type="relationship" pri="7000"/>
    <dgm:cat type="process" pri="3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0.1"/>
          <dgm:constr type="diam" refType="w" refFor="ch" refPtType="node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24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2"/>
        </dgm:constrLst>
      </dgm:if>
      <dgm:if name="Name13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15"/>
        </dgm:constrLst>
      </dgm:if>
      <dgm:if name="Name14" axis="ch" ptType="node" func="cnt" op="equ" val="10">
        <dgm:constrLst>
          <dgm:constr type="primFontSz" for="ch" ptType="node" op="lte" val="65"/>
          <dgm:constr type="w" for="ch" ptType="node" refType="w"/>
          <dgm:constr type="h" for="ch" ptType="node" refType="w" refFor="ch" refPtType="node"/>
          <dgm:constr type="sibSp" refType="w" refFor="ch" refPtType="node" fact="-0.24"/>
        </dgm:constrLst>
      </dgm:if>
      <dgm:else name="Name15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35"/>
        </dgm:constrLst>
      </dgm:else>
    </dgm:choose>
    <dgm:ruleLst/>
    <dgm:forEach name="Name16" axis="ch" ptType="node">
      <dgm:layoutNode name="arrow">
        <dgm:varLst>
          <dgm:bulletEnabled val="1"/>
        </dgm:varLst>
        <dgm:alg type="tx"/>
        <dgm:shape xmlns:r="http://schemas.openxmlformats.org/officeDocument/2006/relationships" type="up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970247-94EE-4B18-A3C9-FA3481463E13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2ACEB8-B270-4CC5-9061-7F88C03FC5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8022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2ACEB8-B270-4CC5-9061-7F88C03FC57A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7955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212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815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925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605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072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706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727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461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877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63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834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818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microsoft.com/office/2007/relationships/hdphoto" Target="../media/hdphoto1.wdp"/><Relationship Id="rId7" Type="http://schemas.openxmlformats.org/officeDocument/2006/relationships/image" Target="../media/image11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microsoft.com/office/2007/relationships/hdphoto" Target="../media/hdphoto2.wdp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9" name="Rectangle 11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912025B4-7337-735E-4DC9-E634D2011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20000"/>
                </a:schemeClr>
              </a:gs>
              <a:gs pos="26000">
                <a:schemeClr val="bg1">
                  <a:alpha val="7000"/>
                </a:schemeClr>
              </a:gs>
              <a:gs pos="100000">
                <a:schemeClr val="bg1">
                  <a:alpha val="3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150CDACD-D191-E642-F686-FCB54B7E5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4695702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A7EE35-34DE-F8B8-52BC-5003BB650C42}"/>
              </a:ext>
            </a:extLst>
          </p:cNvPr>
          <p:cNvSpPr/>
          <p:nvPr/>
        </p:nvSpPr>
        <p:spPr>
          <a:xfrm>
            <a:off x="267083" y="363794"/>
            <a:ext cx="5828917" cy="3874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2D6A0FD-6F4C-5C85-8675-F07AB262A0DD}"/>
              </a:ext>
            </a:extLst>
          </p:cNvPr>
          <p:cNvSpPr/>
          <p:nvPr/>
        </p:nvSpPr>
        <p:spPr>
          <a:xfrm>
            <a:off x="-2" y="421896"/>
            <a:ext cx="12192002" cy="329386"/>
          </a:xfrm>
          <a:prstGeom prst="roundRect">
            <a:avLst/>
          </a:prstGeom>
          <a:solidFill>
            <a:schemeClr val="tx1">
              <a:lumMod val="85000"/>
              <a:alpha val="95000"/>
            </a:schemeClr>
          </a:solidFill>
          <a:ln>
            <a:solidFill>
              <a:schemeClr val="bg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0" name="Picture 119">
            <a:extLst>
              <a:ext uri="{FF2B5EF4-FFF2-40B4-BE49-F238E27FC236}">
                <a16:creationId xmlns:a16="http://schemas.microsoft.com/office/drawing/2014/main" id="{1EB09AFF-5FCC-4DB8-A0DA-888D32A88D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26970" r="9085" b="-7"/>
          <a:stretch>
            <a:fillRect/>
          </a:stretch>
        </p:blipFill>
        <p:spPr>
          <a:xfrm>
            <a:off x="21" y="10"/>
            <a:ext cx="12191979" cy="685799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882D9D4-04DC-F1E1-8E68-C9509F1E5B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" y="978939"/>
            <a:ext cx="12191978" cy="2888800"/>
          </a:xfrm>
          <a:custGeom>
            <a:avLst/>
            <a:gdLst>
              <a:gd name="connsiteX0" fmla="*/ 0 w 12191978"/>
              <a:gd name="connsiteY0" fmla="*/ 0 h 2888800"/>
              <a:gd name="connsiteX1" fmla="*/ 12191978 w 12191978"/>
              <a:gd name="connsiteY1" fmla="*/ 0 h 2888800"/>
              <a:gd name="connsiteX2" fmla="*/ 12191978 w 12191978"/>
              <a:gd name="connsiteY2" fmla="*/ 2888800 h 2888800"/>
              <a:gd name="connsiteX3" fmla="*/ 0 w 12191978"/>
              <a:gd name="connsiteY3" fmla="*/ 2888800 h 2888800"/>
              <a:gd name="connsiteX4" fmla="*/ 0 w 12191978"/>
              <a:gd name="connsiteY4" fmla="*/ 0 h 288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1978" h="2888800" fill="none" extrusionOk="0">
                <a:moveTo>
                  <a:pt x="0" y="0"/>
                </a:moveTo>
                <a:cubicBezTo>
                  <a:pt x="5856985" y="-26575"/>
                  <a:pt x="9338644" y="-120849"/>
                  <a:pt x="12191978" y="0"/>
                </a:cubicBezTo>
                <a:cubicBezTo>
                  <a:pt x="12192738" y="914288"/>
                  <a:pt x="12279090" y="1882613"/>
                  <a:pt x="12191978" y="2888800"/>
                </a:cubicBezTo>
                <a:cubicBezTo>
                  <a:pt x="9204527" y="2867427"/>
                  <a:pt x="5450762" y="2808093"/>
                  <a:pt x="0" y="2888800"/>
                </a:cubicBezTo>
                <a:cubicBezTo>
                  <a:pt x="-2848" y="1879001"/>
                  <a:pt x="-33114" y="875802"/>
                  <a:pt x="0" y="0"/>
                </a:cubicBezTo>
                <a:close/>
              </a:path>
              <a:path w="12191978" h="2888800" stroke="0" extrusionOk="0">
                <a:moveTo>
                  <a:pt x="0" y="0"/>
                </a:moveTo>
                <a:cubicBezTo>
                  <a:pt x="4901287" y="-115945"/>
                  <a:pt x="8296784" y="-141982"/>
                  <a:pt x="12191978" y="0"/>
                </a:cubicBezTo>
                <a:cubicBezTo>
                  <a:pt x="12153111" y="761544"/>
                  <a:pt x="12061072" y="1575545"/>
                  <a:pt x="12191978" y="2888800"/>
                </a:cubicBezTo>
                <a:cubicBezTo>
                  <a:pt x="8634090" y="2719453"/>
                  <a:pt x="2759899" y="2897701"/>
                  <a:pt x="0" y="2888800"/>
                </a:cubicBezTo>
                <a:cubicBezTo>
                  <a:pt x="52636" y="2442585"/>
                  <a:pt x="-92477" y="769004"/>
                  <a:pt x="0" y="0"/>
                </a:cubicBezTo>
                <a:close/>
              </a:path>
            </a:pathLst>
          </a:custGeom>
          <a:ln>
            <a:noFill/>
            <a:extLst>
              <a:ext uri="{C807C97D-BFC1-408E-A445-0C87EB9F89A2}">
                <ask:lineSketchStyleProps xmlns:ask="http://schemas.microsoft.com/office/drawing/2018/sketchyshapes" sd="4077372617">
                  <ask:type>
                    <ask:lineSketchCurved/>
                  </ask:type>
                </ask:lineSketchStyleProps>
              </a:ext>
            </a:extLst>
          </a:ln>
        </p:spPr>
        <p:txBody>
          <a:bodyPr anchor="t">
            <a:normAutofit/>
          </a:bodyPr>
          <a:lstStyle/>
          <a:p>
            <a:r>
              <a:rPr lang="en-US" sz="61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ld English Text MT" panose="03040902040508030806" pitchFamily="66" charset="0"/>
              </a:rPr>
              <a:t>Case Study</a:t>
            </a:r>
            <a:br>
              <a:rPr lang="en-US" sz="61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61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The 2018 Aadhaar</a:t>
            </a:r>
            <a:br>
              <a:rPr lang="en-US" sz="61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</a:br>
            <a:r>
              <a:rPr lang="en-US" sz="61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Data Leak</a:t>
            </a:r>
            <a:endParaRPr lang="en-IN" sz="61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C26876B-ECE1-E52D-B8AE-0CF8AD9C65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4320" y="136137"/>
            <a:ext cx="5794442" cy="678426"/>
          </a:xfrm>
          <a:custGeom>
            <a:avLst/>
            <a:gdLst>
              <a:gd name="connsiteX0" fmla="*/ 0 w 5794442"/>
              <a:gd name="connsiteY0" fmla="*/ 0 h 678426"/>
              <a:gd name="connsiteX1" fmla="*/ 521500 w 5794442"/>
              <a:gd name="connsiteY1" fmla="*/ 0 h 678426"/>
              <a:gd name="connsiteX2" fmla="*/ 1100944 w 5794442"/>
              <a:gd name="connsiteY2" fmla="*/ 0 h 678426"/>
              <a:gd name="connsiteX3" fmla="*/ 1796277 w 5794442"/>
              <a:gd name="connsiteY3" fmla="*/ 0 h 678426"/>
              <a:gd name="connsiteX4" fmla="*/ 2375721 w 5794442"/>
              <a:gd name="connsiteY4" fmla="*/ 0 h 678426"/>
              <a:gd name="connsiteX5" fmla="*/ 2897221 w 5794442"/>
              <a:gd name="connsiteY5" fmla="*/ 0 h 678426"/>
              <a:gd name="connsiteX6" fmla="*/ 3418721 w 5794442"/>
              <a:gd name="connsiteY6" fmla="*/ 0 h 678426"/>
              <a:gd name="connsiteX7" fmla="*/ 3882276 w 5794442"/>
              <a:gd name="connsiteY7" fmla="*/ 0 h 678426"/>
              <a:gd name="connsiteX8" fmla="*/ 4287887 w 5794442"/>
              <a:gd name="connsiteY8" fmla="*/ 0 h 678426"/>
              <a:gd name="connsiteX9" fmla="*/ 4809387 w 5794442"/>
              <a:gd name="connsiteY9" fmla="*/ 0 h 678426"/>
              <a:gd name="connsiteX10" fmla="*/ 5794442 w 5794442"/>
              <a:gd name="connsiteY10" fmla="*/ 0 h 678426"/>
              <a:gd name="connsiteX11" fmla="*/ 5794442 w 5794442"/>
              <a:gd name="connsiteY11" fmla="*/ 325644 h 678426"/>
              <a:gd name="connsiteX12" fmla="*/ 5794442 w 5794442"/>
              <a:gd name="connsiteY12" fmla="*/ 678426 h 678426"/>
              <a:gd name="connsiteX13" fmla="*/ 5214998 w 5794442"/>
              <a:gd name="connsiteY13" fmla="*/ 678426 h 678426"/>
              <a:gd name="connsiteX14" fmla="*/ 4693498 w 5794442"/>
              <a:gd name="connsiteY14" fmla="*/ 678426 h 678426"/>
              <a:gd name="connsiteX15" fmla="*/ 4114054 w 5794442"/>
              <a:gd name="connsiteY15" fmla="*/ 678426 h 678426"/>
              <a:gd name="connsiteX16" fmla="*/ 3418721 w 5794442"/>
              <a:gd name="connsiteY16" fmla="*/ 678426 h 678426"/>
              <a:gd name="connsiteX17" fmla="*/ 2955165 w 5794442"/>
              <a:gd name="connsiteY17" fmla="*/ 678426 h 678426"/>
              <a:gd name="connsiteX18" fmla="*/ 2375721 w 5794442"/>
              <a:gd name="connsiteY18" fmla="*/ 678426 h 678426"/>
              <a:gd name="connsiteX19" fmla="*/ 1970110 w 5794442"/>
              <a:gd name="connsiteY19" fmla="*/ 678426 h 678426"/>
              <a:gd name="connsiteX20" fmla="*/ 1274777 w 5794442"/>
              <a:gd name="connsiteY20" fmla="*/ 678426 h 678426"/>
              <a:gd name="connsiteX21" fmla="*/ 753277 w 5794442"/>
              <a:gd name="connsiteY21" fmla="*/ 678426 h 678426"/>
              <a:gd name="connsiteX22" fmla="*/ 0 w 5794442"/>
              <a:gd name="connsiteY22" fmla="*/ 678426 h 678426"/>
              <a:gd name="connsiteX23" fmla="*/ 0 w 5794442"/>
              <a:gd name="connsiteY23" fmla="*/ 352782 h 678426"/>
              <a:gd name="connsiteX24" fmla="*/ 0 w 5794442"/>
              <a:gd name="connsiteY24" fmla="*/ 0 h 678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794442" h="678426" extrusionOk="0">
                <a:moveTo>
                  <a:pt x="0" y="0"/>
                </a:moveTo>
                <a:cubicBezTo>
                  <a:pt x="163106" y="-53781"/>
                  <a:pt x="329384" y="49660"/>
                  <a:pt x="521500" y="0"/>
                </a:cubicBezTo>
                <a:cubicBezTo>
                  <a:pt x="713616" y="-49660"/>
                  <a:pt x="895471" y="59600"/>
                  <a:pt x="1100944" y="0"/>
                </a:cubicBezTo>
                <a:cubicBezTo>
                  <a:pt x="1306417" y="-59600"/>
                  <a:pt x="1540823" y="16111"/>
                  <a:pt x="1796277" y="0"/>
                </a:cubicBezTo>
                <a:cubicBezTo>
                  <a:pt x="2051731" y="-16111"/>
                  <a:pt x="2202650" y="55799"/>
                  <a:pt x="2375721" y="0"/>
                </a:cubicBezTo>
                <a:cubicBezTo>
                  <a:pt x="2548792" y="-55799"/>
                  <a:pt x="2668527" y="29744"/>
                  <a:pt x="2897221" y="0"/>
                </a:cubicBezTo>
                <a:cubicBezTo>
                  <a:pt x="3125915" y="-29744"/>
                  <a:pt x="3199206" y="14678"/>
                  <a:pt x="3418721" y="0"/>
                </a:cubicBezTo>
                <a:cubicBezTo>
                  <a:pt x="3638236" y="-14678"/>
                  <a:pt x="3731398" y="26532"/>
                  <a:pt x="3882276" y="0"/>
                </a:cubicBezTo>
                <a:cubicBezTo>
                  <a:pt x="4033155" y="-26532"/>
                  <a:pt x="4202818" y="22088"/>
                  <a:pt x="4287887" y="0"/>
                </a:cubicBezTo>
                <a:cubicBezTo>
                  <a:pt x="4372956" y="-22088"/>
                  <a:pt x="4699996" y="10570"/>
                  <a:pt x="4809387" y="0"/>
                </a:cubicBezTo>
                <a:cubicBezTo>
                  <a:pt x="4918778" y="-10570"/>
                  <a:pt x="5357054" y="96680"/>
                  <a:pt x="5794442" y="0"/>
                </a:cubicBezTo>
                <a:cubicBezTo>
                  <a:pt x="5824565" y="147066"/>
                  <a:pt x="5783390" y="203498"/>
                  <a:pt x="5794442" y="325644"/>
                </a:cubicBezTo>
                <a:cubicBezTo>
                  <a:pt x="5805494" y="447790"/>
                  <a:pt x="5754530" y="534017"/>
                  <a:pt x="5794442" y="678426"/>
                </a:cubicBezTo>
                <a:cubicBezTo>
                  <a:pt x="5601869" y="736816"/>
                  <a:pt x="5438049" y="676235"/>
                  <a:pt x="5214998" y="678426"/>
                </a:cubicBezTo>
                <a:cubicBezTo>
                  <a:pt x="4991947" y="680617"/>
                  <a:pt x="4897821" y="652485"/>
                  <a:pt x="4693498" y="678426"/>
                </a:cubicBezTo>
                <a:cubicBezTo>
                  <a:pt x="4489175" y="704367"/>
                  <a:pt x="4288691" y="618946"/>
                  <a:pt x="4114054" y="678426"/>
                </a:cubicBezTo>
                <a:cubicBezTo>
                  <a:pt x="3939417" y="737906"/>
                  <a:pt x="3687072" y="649048"/>
                  <a:pt x="3418721" y="678426"/>
                </a:cubicBezTo>
                <a:cubicBezTo>
                  <a:pt x="3150370" y="707804"/>
                  <a:pt x="3132648" y="647530"/>
                  <a:pt x="2955165" y="678426"/>
                </a:cubicBezTo>
                <a:cubicBezTo>
                  <a:pt x="2777682" y="709322"/>
                  <a:pt x="2575736" y="631251"/>
                  <a:pt x="2375721" y="678426"/>
                </a:cubicBezTo>
                <a:cubicBezTo>
                  <a:pt x="2175706" y="725601"/>
                  <a:pt x="2096200" y="677624"/>
                  <a:pt x="1970110" y="678426"/>
                </a:cubicBezTo>
                <a:cubicBezTo>
                  <a:pt x="1844020" y="679228"/>
                  <a:pt x="1549046" y="643964"/>
                  <a:pt x="1274777" y="678426"/>
                </a:cubicBezTo>
                <a:cubicBezTo>
                  <a:pt x="1000508" y="712888"/>
                  <a:pt x="923008" y="663904"/>
                  <a:pt x="753277" y="678426"/>
                </a:cubicBezTo>
                <a:cubicBezTo>
                  <a:pt x="583546" y="692948"/>
                  <a:pt x="279641" y="593266"/>
                  <a:pt x="0" y="678426"/>
                </a:cubicBezTo>
                <a:cubicBezTo>
                  <a:pt x="-14479" y="540475"/>
                  <a:pt x="1142" y="512132"/>
                  <a:pt x="0" y="352782"/>
                </a:cubicBezTo>
                <a:cubicBezTo>
                  <a:pt x="-1142" y="193432"/>
                  <a:pt x="29907" y="126769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3885268380">
                  <ask:type>
                    <ask:lineSketchScribble/>
                  </ask:type>
                </ask:lineSketchStyleProps>
              </a:ext>
            </a:extLst>
          </a:ln>
        </p:spPr>
        <p:txBody>
          <a:bodyPr anchor="b">
            <a:normAutofit/>
          </a:bodyPr>
          <a:lstStyle/>
          <a:p>
            <a:r>
              <a:rPr lang="en-IN" sz="240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Cyber Forensics Investigation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5F7699-F830-6C0E-CBF5-5BC9C2D80BD9}"/>
              </a:ext>
            </a:extLst>
          </p:cNvPr>
          <p:cNvSpPr txBox="1"/>
          <p:nvPr/>
        </p:nvSpPr>
        <p:spPr>
          <a:xfrm>
            <a:off x="422223" y="5737386"/>
            <a:ext cx="7148052" cy="369332"/>
          </a:xfrm>
          <a:prstGeom prst="rect">
            <a:avLst/>
          </a:prstGeom>
          <a:noFill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Presented By B3:</a:t>
            </a:r>
            <a:r>
              <a:rPr lang="en-US" dirty="0"/>
              <a:t> Abdus Samad Raeen [062]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0F3427-2334-8F94-BB24-FCEE84BE1B09}"/>
              </a:ext>
            </a:extLst>
          </p:cNvPr>
          <p:cNvSpPr txBox="1"/>
          <p:nvPr/>
        </p:nvSpPr>
        <p:spPr>
          <a:xfrm>
            <a:off x="422224" y="6010631"/>
            <a:ext cx="6518787" cy="369332"/>
          </a:xfrm>
          <a:prstGeom prst="rect">
            <a:avLst/>
          </a:prstGeom>
          <a:noFill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b="1" dirty="0"/>
              <a:t>Course:</a:t>
            </a:r>
            <a:r>
              <a:rPr lang="fr-FR" dirty="0"/>
              <a:t> … [2025-26]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05433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F36614-2677-BF4C-D2F1-FBC5AB8A6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C8EEB27-9249-8B3A-C8C2-18F9DC48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8482CAC-96FF-EBE5-E97D-0BE2B8A51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9" name="Rectangle 1">
            <a:extLst>
              <a:ext uri="{FF2B5EF4-FFF2-40B4-BE49-F238E27FC236}">
                <a16:creationId xmlns:a16="http://schemas.microsoft.com/office/drawing/2014/main" id="{DDA2832D-A6F3-462A-D780-7657F89BCD0F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947620013"/>
              </p:ext>
            </p:extLst>
          </p:nvPr>
        </p:nvGraphicFramePr>
        <p:xfrm>
          <a:off x="517870" y="2020406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5505C9-8AD8-F4A1-B9EC-5A93F4044D7B}"/>
              </a:ext>
            </a:extLst>
          </p:cNvPr>
          <p:cNvSpPr/>
          <p:nvPr/>
        </p:nvSpPr>
        <p:spPr>
          <a:xfrm>
            <a:off x="517870" y="508090"/>
            <a:ext cx="11155680" cy="14927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DA55313-9AFA-B37B-021B-E20A118EC75D}"/>
              </a:ext>
            </a:extLst>
          </p:cNvPr>
          <p:cNvSpPr/>
          <p:nvPr/>
        </p:nvSpPr>
        <p:spPr>
          <a:xfrm>
            <a:off x="479397" y="859138"/>
            <a:ext cx="3046675" cy="924339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IN" sz="5400" b="1" spc="5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928509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01" name="Rectangle 2100">
            <a:extLst>
              <a:ext uri="{FF2B5EF4-FFF2-40B4-BE49-F238E27FC236}">
                <a16:creationId xmlns:a16="http://schemas.microsoft.com/office/drawing/2014/main" id="{E1ABDA4C-062F-4E88-A079-2279A6477C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2" name="Rectangle 2101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4CE3289-25FF-FEB3-E325-AC47B9F59FD0}"/>
              </a:ext>
            </a:extLst>
          </p:cNvPr>
          <p:cNvSpPr/>
          <p:nvPr/>
        </p:nvSpPr>
        <p:spPr>
          <a:xfrm>
            <a:off x="517870" y="508090"/>
            <a:ext cx="11155680" cy="149279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7BE20C3-3A4C-5FFA-35FC-AC5B999C6620}"/>
              </a:ext>
            </a:extLst>
          </p:cNvPr>
          <p:cNvGrpSpPr/>
          <p:nvPr/>
        </p:nvGrpSpPr>
        <p:grpSpPr>
          <a:xfrm>
            <a:off x="583544" y="1541702"/>
            <a:ext cx="6990736" cy="707886"/>
            <a:chOff x="-2222578" y="2052980"/>
            <a:chExt cx="6990736" cy="707886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D69766D-B35C-BAB3-FBAC-D80D4072D031}"/>
                </a:ext>
              </a:extLst>
            </p:cNvPr>
            <p:cNvSpPr txBox="1"/>
            <p:nvPr/>
          </p:nvSpPr>
          <p:spPr>
            <a:xfrm>
              <a:off x="-2222578" y="2052980"/>
              <a:ext cx="699073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000" b="1">
                  <a:solidFill>
                    <a:schemeClr val="bg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THE    </a:t>
              </a:r>
              <a:r>
                <a:rPr lang="en-IN" sz="4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5</a:t>
              </a:r>
              <a:r>
                <a:rPr lang="en-IN" sz="4000" b="1">
                  <a:solidFill>
                    <a:schemeClr val="bg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00 DATA BREACH</a:t>
              </a:r>
              <a:endParaRPr lang="en-IN" sz="400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15BB295-BF8F-A41F-AD6E-ABC1EA4BCE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-1004221" y="2161331"/>
              <a:ext cx="397859" cy="491184"/>
            </a:xfrm>
            <a:prstGeom prst="rect">
              <a:avLst/>
            </a:prstGeom>
          </p:spPr>
        </p:pic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739153E4-74F4-AE6E-F0A2-00A58EC8A0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Cutout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543" y="1397947"/>
            <a:ext cx="5935243" cy="5179834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5505C86-B889-03B8-94CD-78E4D69AB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542" y="657369"/>
            <a:ext cx="10763565" cy="863505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Introduction &amp; Background of the Case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36528F6-E847-DC59-45F7-53969B1A80A0}"/>
              </a:ext>
            </a:extLst>
          </p:cNvPr>
          <p:cNvSpPr/>
          <p:nvPr/>
        </p:nvSpPr>
        <p:spPr>
          <a:xfrm>
            <a:off x="6770839" y="1670154"/>
            <a:ext cx="5166060" cy="414071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 cap="rnd" cmpd="tri">
            <a:solidFill>
              <a:schemeClr val="tx1">
                <a:alpha val="59000"/>
              </a:schemeClr>
            </a:solidFill>
          </a:ln>
          <a:effectLst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35" name="Graphic 34" descr="User with solid fill">
            <a:extLst>
              <a:ext uri="{FF2B5EF4-FFF2-40B4-BE49-F238E27FC236}">
                <a16:creationId xmlns:a16="http://schemas.microsoft.com/office/drawing/2014/main" id="{F9FCFBFC-032F-9EF4-E111-838C97F33E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01907" y="2327523"/>
            <a:ext cx="782695" cy="810919"/>
          </a:xfrm>
          <a:prstGeom prst="rect">
            <a:avLst/>
          </a:prstGeom>
        </p:spPr>
      </p:pic>
      <p:pic>
        <p:nvPicPr>
          <p:cNvPr id="36" name="Graphic 35" descr="Daily calendar with solid fill">
            <a:extLst>
              <a:ext uri="{FF2B5EF4-FFF2-40B4-BE49-F238E27FC236}">
                <a16:creationId xmlns:a16="http://schemas.microsoft.com/office/drawing/2014/main" id="{93A511B5-C48B-6420-EF90-12FAB75851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37818" y="3138323"/>
            <a:ext cx="914400" cy="914400"/>
          </a:xfrm>
          <a:prstGeom prst="rect">
            <a:avLst/>
          </a:prstGeom>
        </p:spPr>
      </p:pic>
      <p:pic>
        <p:nvPicPr>
          <p:cNvPr id="37" name="Graphic 36" descr="Unlock with solid fill">
            <a:extLst>
              <a:ext uri="{FF2B5EF4-FFF2-40B4-BE49-F238E27FC236}">
                <a16:creationId xmlns:a16="http://schemas.microsoft.com/office/drawing/2014/main" id="{86F35B52-4D17-E29F-96FB-008B6F7D98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36054" y="4049078"/>
            <a:ext cx="914400" cy="91440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714DD186-9216-3559-C0E9-67C72690FBE5}"/>
              </a:ext>
            </a:extLst>
          </p:cNvPr>
          <p:cNvSpPr txBox="1"/>
          <p:nvPr/>
        </p:nvSpPr>
        <p:spPr>
          <a:xfrm>
            <a:off x="8084602" y="2694351"/>
            <a:ext cx="403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</a:rPr>
              <a:t>1 BILLION CITIZENS EXPOSED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FE52C12-C695-DBA5-BCFB-8802B16B0F4A}"/>
              </a:ext>
            </a:extLst>
          </p:cNvPr>
          <p:cNvSpPr txBox="1"/>
          <p:nvPr/>
        </p:nvSpPr>
        <p:spPr>
          <a:xfrm>
            <a:off x="8150454" y="3606835"/>
            <a:ext cx="28808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>
                <a:solidFill>
                  <a:schemeClr val="bg2">
                    <a:lumMod val="90000"/>
                  </a:schemeClr>
                </a:solidFill>
              </a:rPr>
              <a:t>INVESTIGATION: JAN 2018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D6A0C4F-7A0D-7592-C605-2EBC8E9149B4}"/>
              </a:ext>
            </a:extLst>
          </p:cNvPr>
          <p:cNvSpPr txBox="1"/>
          <p:nvPr/>
        </p:nvSpPr>
        <p:spPr>
          <a:xfrm>
            <a:off x="8020731" y="4564233"/>
            <a:ext cx="3295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>
                <a:solidFill>
                  <a:schemeClr val="accent5">
                    <a:lumMod val="20000"/>
                    <a:lumOff val="80000"/>
                  </a:schemeClr>
                </a:solidFill>
              </a:rPr>
              <a:t>FULL DATABASE ACCESS SOLD</a:t>
            </a:r>
          </a:p>
        </p:txBody>
      </p:sp>
    </p:spTree>
    <p:extLst>
      <p:ext uri="{BB962C8B-B14F-4D97-AF65-F5344CB8AC3E}">
        <p14:creationId xmlns:p14="http://schemas.microsoft.com/office/powerpoint/2010/main" val="3218781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752E6C-96AB-22D7-8A44-A2D340335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22F11E38-0BA1-9CCF-6E1C-D83BA4BD8B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10" y="80487"/>
            <a:ext cx="12200210" cy="693012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D02CE2B-42F6-BA4A-18A3-AB6A834FD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23" y="173267"/>
            <a:ext cx="11353685" cy="798602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Cyber Forensic Investigation Process</a:t>
            </a:r>
            <a:endParaRPr lang="en-IN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546189E-4058-8A06-3FA9-03AF27188997}"/>
              </a:ext>
            </a:extLst>
          </p:cNvPr>
          <p:cNvSpPr/>
          <p:nvPr/>
        </p:nvSpPr>
        <p:spPr>
          <a:xfrm>
            <a:off x="171432" y="266048"/>
            <a:ext cx="5633253" cy="674455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cap="rnd" cmpd="tri">
            <a:solidFill>
              <a:schemeClr val="tx1">
                <a:alpha val="59000"/>
              </a:schemeClr>
            </a:solidFill>
          </a:ln>
          <a:effectLst>
            <a:reflection blurRad="6350" stA="50000" endA="300" endPos="90000" dist="50800" dir="5400000" sy="-100000" algn="bl" rotWithShape="0"/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E02E53-8205-7EC4-092B-487C98D53A8A}"/>
              </a:ext>
            </a:extLst>
          </p:cNvPr>
          <p:cNvSpPr txBox="1"/>
          <p:nvPr/>
        </p:nvSpPr>
        <p:spPr>
          <a:xfrm>
            <a:off x="148330" y="1140519"/>
            <a:ext cx="5102096" cy="36933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IN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FORENSIC WORKFLOW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63DCCF-79A7-4CD4-2DEB-FD219CCF4284}"/>
              </a:ext>
            </a:extLst>
          </p:cNvPr>
          <p:cNvSpPr txBox="1"/>
          <p:nvPr/>
        </p:nvSpPr>
        <p:spPr>
          <a:xfrm>
            <a:off x="171432" y="1762130"/>
            <a:ext cx="5078994" cy="369332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b="1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IDENTIFY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8CB8AF-A07C-2B95-FD1B-F5D8E3A40F13}"/>
              </a:ext>
            </a:extLst>
          </p:cNvPr>
          <p:cNvSpPr txBox="1"/>
          <p:nvPr/>
        </p:nvSpPr>
        <p:spPr>
          <a:xfrm>
            <a:off x="171432" y="4201702"/>
            <a:ext cx="5078994" cy="36933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IN"/>
              <a:t>ANALYZE</a:t>
            </a:r>
          </a:p>
        </p:txBody>
      </p:sp>
      <p:pic>
        <p:nvPicPr>
          <p:cNvPr id="2" name="Graphic 1" descr="Target outline">
            <a:extLst>
              <a:ext uri="{FF2B5EF4-FFF2-40B4-BE49-F238E27FC236}">
                <a16:creationId xmlns:a16="http://schemas.microsoft.com/office/drawing/2014/main" id="{34FBFF55-1E48-766F-F708-6E52F43ED3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8330" y="2259401"/>
            <a:ext cx="1833398" cy="1565416"/>
          </a:xfrm>
          <a:prstGeom prst="rect">
            <a:avLst/>
          </a:prstGeom>
        </p:spPr>
      </p:pic>
      <p:pic>
        <p:nvPicPr>
          <p:cNvPr id="3" name="Graphic 2" descr="Presentation with pie chart with solid fill">
            <a:extLst>
              <a:ext uri="{FF2B5EF4-FFF2-40B4-BE49-F238E27FC236}">
                <a16:creationId xmlns:a16="http://schemas.microsoft.com/office/drawing/2014/main" id="{F9B212C9-0F11-E6E9-4B1F-9EB18C8CCD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8330" y="4828805"/>
            <a:ext cx="1608052" cy="1580163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748B04F2-0250-5E66-DB56-1E13BA1C05BA}"/>
              </a:ext>
            </a:extLst>
          </p:cNvPr>
          <p:cNvSpPr txBox="1"/>
          <p:nvPr/>
        </p:nvSpPr>
        <p:spPr>
          <a:xfrm>
            <a:off x="2138268" y="2383741"/>
            <a:ext cx="2934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solidFill>
                  <a:schemeClr val="bg1"/>
                </a:solidFill>
              </a:rPr>
              <a:t>Finding the vulnerability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20B3F50-8902-9EF5-3F9E-F6E7C488EE62}"/>
              </a:ext>
            </a:extLst>
          </p:cNvPr>
          <p:cNvSpPr txBox="1"/>
          <p:nvPr/>
        </p:nvSpPr>
        <p:spPr>
          <a:xfrm>
            <a:off x="2138268" y="4965290"/>
            <a:ext cx="27581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solidFill>
                  <a:schemeClr val="bg1"/>
                </a:solidFill>
              </a:rPr>
              <a:t>Reviewing server logs &amp; traffic</a:t>
            </a:r>
          </a:p>
        </p:txBody>
      </p:sp>
    </p:spTree>
    <p:extLst>
      <p:ext uri="{BB962C8B-B14F-4D97-AF65-F5344CB8AC3E}">
        <p14:creationId xmlns:p14="http://schemas.microsoft.com/office/powerpoint/2010/main" val="3891771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DA9785-275C-090B-D5CA-34FA36B41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AE163288-4C57-C66F-6694-37E231D551D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633" y="0"/>
            <a:ext cx="12200210" cy="693012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36FA1577-8F50-2B84-D434-EDB89CD72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23" y="173267"/>
            <a:ext cx="11353685" cy="798602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Cyber Forensic Investigation Process</a:t>
            </a:r>
            <a:endParaRPr lang="en-IN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E6BE6F1-DF17-3A09-A780-7AF04901AAAC}"/>
              </a:ext>
            </a:extLst>
          </p:cNvPr>
          <p:cNvSpPr/>
          <p:nvPr/>
        </p:nvSpPr>
        <p:spPr>
          <a:xfrm>
            <a:off x="-225474" y="173267"/>
            <a:ext cx="5791200" cy="698318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cap="rnd" cmpd="tri">
            <a:solidFill>
              <a:schemeClr val="tx1">
                <a:alpha val="59000"/>
              </a:schemeClr>
            </a:solidFill>
          </a:ln>
          <a:effectLst>
            <a:reflection blurRad="6350" stA="50000" endA="300" endPos="90000" dist="50800" dir="5400000" sy="-100000" algn="bl" rotWithShape="0"/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87BD3B-252C-B4D5-53B2-381137CCE521}"/>
              </a:ext>
            </a:extLst>
          </p:cNvPr>
          <p:cNvSpPr txBox="1"/>
          <p:nvPr/>
        </p:nvSpPr>
        <p:spPr>
          <a:xfrm>
            <a:off x="148329" y="1811332"/>
            <a:ext cx="4409615" cy="36933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IN" b="1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88BCFD9-ECC1-5E92-2227-39332F0C6944}"/>
              </a:ext>
            </a:extLst>
          </p:cNvPr>
          <p:cNvSpPr txBox="1"/>
          <p:nvPr/>
        </p:nvSpPr>
        <p:spPr>
          <a:xfrm>
            <a:off x="147702" y="4659389"/>
            <a:ext cx="4409615" cy="36933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IN" b="1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CONTAIN</a:t>
            </a:r>
          </a:p>
        </p:txBody>
      </p:sp>
      <p:pic>
        <p:nvPicPr>
          <p:cNvPr id="4" name="Graphic 3" descr="Shoe footprints outline">
            <a:extLst>
              <a:ext uri="{FF2B5EF4-FFF2-40B4-BE49-F238E27FC236}">
                <a16:creationId xmlns:a16="http://schemas.microsoft.com/office/drawing/2014/main" id="{BF84164F-F41A-6ECE-E71F-9E85D48738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3120000">
            <a:off x="279642" y="2664612"/>
            <a:ext cx="1504234" cy="144340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7DEA1AD-E6C9-A1F2-D7C9-195F8A351D2A}"/>
              </a:ext>
            </a:extLst>
          </p:cNvPr>
          <p:cNvSpPr txBox="1"/>
          <p:nvPr/>
        </p:nvSpPr>
        <p:spPr>
          <a:xfrm>
            <a:off x="148330" y="1140519"/>
            <a:ext cx="4409615" cy="36933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IN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FORENSIC WORKFLOW</a:t>
            </a:r>
          </a:p>
        </p:txBody>
      </p:sp>
      <p:pic>
        <p:nvPicPr>
          <p:cNvPr id="6" name="Graphic 5" descr="Shield outline">
            <a:extLst>
              <a:ext uri="{FF2B5EF4-FFF2-40B4-BE49-F238E27FC236}">
                <a16:creationId xmlns:a16="http://schemas.microsoft.com/office/drawing/2014/main" id="{7BB7D19E-AEF2-A991-DDB7-8068183150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1893" y="5305936"/>
            <a:ext cx="1245226" cy="12911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0A91223-FFBC-CE69-DA60-576AFCBAF185}"/>
              </a:ext>
            </a:extLst>
          </p:cNvPr>
          <p:cNvSpPr txBox="1"/>
          <p:nvPr/>
        </p:nvSpPr>
        <p:spPr>
          <a:xfrm>
            <a:off x="1818968" y="2605548"/>
            <a:ext cx="23007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solidFill>
                  <a:schemeClr val="bg1"/>
                </a:solidFill>
              </a:rPr>
              <a:t>Following the digital trail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E4445B-95B7-39F9-C181-A583839AC2CC}"/>
              </a:ext>
            </a:extLst>
          </p:cNvPr>
          <p:cNvSpPr txBox="1"/>
          <p:nvPr/>
        </p:nvSpPr>
        <p:spPr>
          <a:xfrm>
            <a:off x="1823663" y="5305936"/>
            <a:ext cx="2585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solidFill>
                  <a:schemeClr val="bg1"/>
                </a:solidFill>
              </a:rPr>
              <a:t>Closing the security gap</a:t>
            </a:r>
          </a:p>
        </p:txBody>
      </p:sp>
    </p:spTree>
    <p:extLst>
      <p:ext uri="{BB962C8B-B14F-4D97-AF65-F5344CB8AC3E}">
        <p14:creationId xmlns:p14="http://schemas.microsoft.com/office/powerpoint/2010/main" val="15606216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3D8C7B-8732-C236-BD1A-857AFCA38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831D4780-FC30-78C8-CE4E-40A5A7A1EA6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36ED57-D7B5-F73C-3941-056337EB3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233" y="93505"/>
            <a:ext cx="11316831" cy="1463040"/>
          </a:xfrm>
        </p:spPr>
        <p:txBody>
          <a:bodyPr/>
          <a:lstStyle/>
          <a:p>
            <a:r>
              <a:rPr lang="en-US"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Evidence Collection and Analysis</a:t>
            </a:r>
            <a:br>
              <a:rPr lang="en-US"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IN">
              <a:solidFill>
                <a:schemeClr val="accent2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B81E3E1B-B597-9E06-0D37-2993CD58F01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248080634"/>
              </p:ext>
            </p:extLst>
          </p:nvPr>
        </p:nvGraphicFramePr>
        <p:xfrm>
          <a:off x="-1094231" y="1348245"/>
          <a:ext cx="8300574" cy="53009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D9D5BCF-66EE-FC7D-F1B2-8349E7BDD0D1}"/>
              </a:ext>
            </a:extLst>
          </p:cNvPr>
          <p:cNvSpPr txBox="1"/>
          <p:nvPr/>
        </p:nvSpPr>
        <p:spPr>
          <a:xfrm>
            <a:off x="285233" y="825025"/>
            <a:ext cx="5166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EVIDENCE COLLECTED</a:t>
            </a:r>
          </a:p>
        </p:txBody>
      </p:sp>
    </p:spTree>
    <p:extLst>
      <p:ext uri="{BB962C8B-B14F-4D97-AF65-F5344CB8AC3E}">
        <p14:creationId xmlns:p14="http://schemas.microsoft.com/office/powerpoint/2010/main" val="3172895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EFB271-4FE4-A87B-771C-EDE15F621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1D5B7-1E3A-8AFA-34FA-160B0C5FC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233" y="93505"/>
            <a:ext cx="11316831" cy="1463040"/>
          </a:xfrm>
        </p:spPr>
        <p:txBody>
          <a:bodyPr/>
          <a:lstStyle/>
          <a:p>
            <a:r>
              <a:rPr lang="en-US"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Evidence Collection and Analysis</a:t>
            </a:r>
            <a:br>
              <a:rPr lang="en-US"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IN">
              <a:solidFill>
                <a:schemeClr val="accent2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5E61DA9-2FEA-D725-786C-FA4EE50059B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509"/>
            <a:ext cx="12192000" cy="68429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91B4B6-D3F8-D6A6-027B-C49585570C0A}"/>
              </a:ext>
            </a:extLst>
          </p:cNvPr>
          <p:cNvSpPr txBox="1"/>
          <p:nvPr/>
        </p:nvSpPr>
        <p:spPr>
          <a:xfrm>
            <a:off x="589936" y="1388440"/>
            <a:ext cx="39329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ANALYSIS REVEALED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E5FDE39-BA7A-FFE1-62AE-3661C5FBB82F}"/>
              </a:ext>
            </a:extLst>
          </p:cNvPr>
          <p:cNvGrpSpPr/>
          <p:nvPr/>
        </p:nvGrpSpPr>
        <p:grpSpPr>
          <a:xfrm>
            <a:off x="589936" y="2247922"/>
            <a:ext cx="5166360" cy="1169268"/>
            <a:chOff x="0" y="43360"/>
            <a:chExt cx="5166360" cy="116926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43D70E27-695B-A0AD-3D98-4095B3108FBF}"/>
                </a:ext>
              </a:extLst>
            </p:cNvPr>
            <p:cNvSpPr/>
            <p:nvPr/>
          </p:nvSpPr>
          <p:spPr>
            <a:xfrm>
              <a:off x="0" y="43360"/>
              <a:ext cx="5166360" cy="1169268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0" name="Rectangle: Rounded Corners 4">
              <a:extLst>
                <a:ext uri="{FF2B5EF4-FFF2-40B4-BE49-F238E27FC236}">
                  <a16:creationId xmlns:a16="http://schemas.microsoft.com/office/drawing/2014/main" id="{8C7239EE-6108-5139-9A73-EACC5F28B722}"/>
                </a:ext>
              </a:extLst>
            </p:cNvPr>
            <p:cNvSpPr txBox="1"/>
            <p:nvPr/>
          </p:nvSpPr>
          <p:spPr>
            <a:xfrm>
              <a:off x="57079" y="100439"/>
              <a:ext cx="5052202" cy="105511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14300" tIns="114300" rIns="114300" bIns="114300" numCol="1" spcCol="1270" anchor="ctr" anchorCtr="0">
              <a:noAutofit/>
            </a:bodyPr>
            <a:lstStyle/>
            <a:p>
              <a:r>
                <a:rPr lang="en-US" sz="2400">
                  <a:solidFill>
                    <a:schemeClr val="accent3">
                      <a:lumMod val="50000"/>
                    </a:schemeClr>
                  </a:solidFill>
                </a:rPr>
                <a:t>A Single Portal Was Exploited</a:t>
              </a:r>
              <a:endParaRPr lang="en-IN" sz="2400">
                <a:solidFill>
                  <a:schemeClr val="accent3">
                    <a:lumMod val="50000"/>
                  </a:schemeClr>
                </a:solidFill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B4FB282-0D0E-52BF-736D-B5BE145D8CDC}"/>
              </a:ext>
            </a:extLst>
          </p:cNvPr>
          <p:cNvGrpSpPr/>
          <p:nvPr/>
        </p:nvGrpSpPr>
        <p:grpSpPr>
          <a:xfrm>
            <a:off x="589936" y="3474269"/>
            <a:ext cx="5166360" cy="1169268"/>
            <a:chOff x="0" y="1299029"/>
            <a:chExt cx="5166360" cy="116926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A20B76CC-38C4-E88D-4347-4607CA969A36}"/>
                </a:ext>
              </a:extLst>
            </p:cNvPr>
            <p:cNvSpPr/>
            <p:nvPr/>
          </p:nvSpPr>
          <p:spPr>
            <a:xfrm>
              <a:off x="0" y="1299029"/>
              <a:ext cx="5166360" cy="1169268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3" name="Rectangle: Rounded Corners 4">
              <a:extLst>
                <a:ext uri="{FF2B5EF4-FFF2-40B4-BE49-F238E27FC236}">
                  <a16:creationId xmlns:a16="http://schemas.microsoft.com/office/drawing/2014/main" id="{6D371450-7C0B-37C4-B176-784F5B5DAFB4}"/>
                </a:ext>
              </a:extLst>
            </p:cNvPr>
            <p:cNvSpPr txBox="1"/>
            <p:nvPr/>
          </p:nvSpPr>
          <p:spPr>
            <a:xfrm>
              <a:off x="57079" y="1356108"/>
              <a:ext cx="5052202" cy="105511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14300" tIns="114300" rIns="114300" bIns="114300" numCol="1" spcCol="1270" anchor="ctr" anchorCtr="0">
              <a:noAutofit/>
            </a:bodyPr>
            <a:lstStyle/>
            <a:p>
              <a:r>
                <a:rPr lang="en-IN" sz="2400">
                  <a:solidFill>
                    <a:schemeClr val="accent3">
                      <a:lumMod val="50000"/>
                    </a:schemeClr>
                  </a:solidFill>
                </a:rPr>
                <a:t>Misuse of Admin-level Accounts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1ED63A-768F-B3D3-585A-FA948669CF5F}"/>
              </a:ext>
            </a:extLst>
          </p:cNvPr>
          <p:cNvGrpSpPr/>
          <p:nvPr/>
        </p:nvGrpSpPr>
        <p:grpSpPr>
          <a:xfrm>
            <a:off x="589936" y="4700616"/>
            <a:ext cx="5166360" cy="1169268"/>
            <a:chOff x="0" y="1299029"/>
            <a:chExt cx="5166360" cy="1169268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10F03F32-6462-2B9F-46F8-122729917C8B}"/>
                </a:ext>
              </a:extLst>
            </p:cNvPr>
            <p:cNvSpPr/>
            <p:nvPr/>
          </p:nvSpPr>
          <p:spPr>
            <a:xfrm>
              <a:off x="0" y="1299029"/>
              <a:ext cx="5166360" cy="1169268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6" name="Rectangle: Rounded Corners 4">
              <a:extLst>
                <a:ext uri="{FF2B5EF4-FFF2-40B4-BE49-F238E27FC236}">
                  <a16:creationId xmlns:a16="http://schemas.microsoft.com/office/drawing/2014/main" id="{1B3C1EE8-A170-2D1C-9E3D-143F156523B1}"/>
                </a:ext>
              </a:extLst>
            </p:cNvPr>
            <p:cNvSpPr txBox="1"/>
            <p:nvPr/>
          </p:nvSpPr>
          <p:spPr>
            <a:xfrm>
              <a:off x="57079" y="1356108"/>
              <a:ext cx="5052202" cy="105511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14300" tIns="114300" rIns="114300" bIns="114300" numCol="1" spcCol="1270" anchor="ctr" anchorCtr="0">
              <a:noAutofit/>
            </a:bodyPr>
            <a:lstStyle/>
            <a:p>
              <a:r>
                <a:rPr lang="en-US" sz="2400">
                  <a:solidFill>
                    <a:schemeClr val="accent3">
                      <a:lumMod val="50000"/>
                    </a:schemeClr>
                  </a:solidFill>
                </a:rPr>
                <a:t>No Rate-Limiting on Data Queries</a:t>
              </a:r>
              <a:endParaRPr lang="en-IN" sz="2400">
                <a:solidFill>
                  <a:schemeClr val="accent3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7063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53EF95-795E-A49F-2512-3FCFD984E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2" name="Rectangle 1051">
            <a:extLst>
              <a:ext uri="{FF2B5EF4-FFF2-40B4-BE49-F238E27FC236}">
                <a16:creationId xmlns:a16="http://schemas.microsoft.com/office/drawing/2014/main" id="{175EAFFD-4A47-DD53-4F76-BD457E18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CD3D100A-9410-BA19-26AF-386B64C2D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200400" cy="243230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Challenges Faced During Investigation</a:t>
            </a:r>
          </a:p>
        </p:txBody>
      </p:sp>
      <p:sp>
        <p:nvSpPr>
          <p:cNvPr id="1053" name="Freeform: Shape 1052">
            <a:extLst>
              <a:ext uri="{FF2B5EF4-FFF2-40B4-BE49-F238E27FC236}">
                <a16:creationId xmlns:a16="http://schemas.microsoft.com/office/drawing/2014/main" id="{7CC1FECC-9CA4-341C-7E20-4728C5147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1" name="Rectangle 1">
            <a:extLst>
              <a:ext uri="{FF2B5EF4-FFF2-40B4-BE49-F238E27FC236}">
                <a16:creationId xmlns:a16="http://schemas.microsoft.com/office/drawing/2014/main" id="{9822C5E7-565A-B80C-E1C9-CF0DEB003C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208" y="3538728"/>
            <a:ext cx="3200400" cy="281635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lvl="0" indent="-22860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</a:rPr>
              <a:t>MASSIVE DATA</a:t>
            </a:r>
            <a:r>
              <a:rPr lang="en-US" altLang="en-US" sz="1400" b="1"/>
              <a:t>SCALE</a:t>
            </a:r>
            <a:r>
              <a:rPr lang="en-US" altLang="en-US" sz="1400"/>
              <a:t> (Over 1 billion records to protect and analyze)</a:t>
            </a:r>
          </a:p>
          <a:p>
            <a:pPr lvl="0" indent="-22860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400" b="1"/>
              <a:t>OFFICIAL DENIAL</a:t>
            </a:r>
            <a:r>
              <a:rPr lang="en-US" altLang="en-US" sz="1400"/>
              <a:t> (Initial refusal by authorities to acknowledge a breach)</a:t>
            </a:r>
          </a:p>
          <a:p>
            <a:pPr lvl="0" indent="-22860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400" b="1"/>
              <a:t>ANONYMOUS SELLERS</a:t>
            </a:r>
            <a:r>
              <a:rPr lang="en-US" altLang="en-US" sz="1400"/>
              <a:t> (Tracing perpetrators on encrypted platforms like WhatsApp)</a:t>
            </a:r>
          </a:p>
          <a:p>
            <a:pPr lvl="0" indent="-22860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400" b="1"/>
              <a:t>"SHOOT THE MESSENGER"</a:t>
            </a:r>
            <a:r>
              <a:rPr lang="en-US" altLang="en-US" sz="1400"/>
              <a:t> (Legal action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</a:rPr>
              <a:t>was taken against the reporting journalist)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3B799D04-FEA5-ED5A-61FF-2A1074D64C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22" r="3284" b="1"/>
          <a:stretch>
            <a:fillRect/>
          </a:stretch>
        </p:blipFill>
        <p:spPr bwMode="auto">
          <a:xfrm>
            <a:off x="4136609" y="970929"/>
            <a:ext cx="7534183" cy="5375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1405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D99F35-850B-CDCD-18AE-39DCBE5B6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9E4D246-6C32-74DB-266D-0FD78E20936E}"/>
              </a:ext>
            </a:extLst>
          </p:cNvPr>
          <p:cNvSpPr/>
          <p:nvPr/>
        </p:nvSpPr>
        <p:spPr>
          <a:xfrm>
            <a:off x="515112" y="1700386"/>
            <a:ext cx="11550203" cy="48288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E85A22C-543A-61BF-F22D-D88EB7692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Outcome and Preventive Measures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C454B01-8147-2592-6766-2333E40D05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37250" y="652394"/>
            <a:ext cx="1045734" cy="1047992"/>
          </a:xfrm>
          <a:prstGeom prst="rect">
            <a:avLst/>
          </a:prstGeom>
        </p:spPr>
      </p:pic>
      <p:graphicFrame>
        <p:nvGraphicFramePr>
          <p:cNvPr id="18" name="Content Placeholder 5">
            <a:extLst>
              <a:ext uri="{FF2B5EF4-FFF2-40B4-BE49-F238E27FC236}">
                <a16:creationId xmlns:a16="http://schemas.microsoft.com/office/drawing/2014/main" id="{53EE26AC-90F1-6EBD-466F-5C8362B92F46}"/>
              </a:ext>
            </a:extLst>
          </p:cNvPr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119427803"/>
              </p:ext>
            </p:extLst>
          </p:nvPr>
        </p:nvGraphicFramePr>
        <p:xfrm>
          <a:off x="711738" y="2231223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69013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F46E6C-8AB8-AC6C-9E87-52C6BB140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51C92DD-7868-D9AC-624A-F5973C377945}"/>
              </a:ext>
            </a:extLst>
          </p:cNvPr>
          <p:cNvSpPr/>
          <p:nvPr/>
        </p:nvSpPr>
        <p:spPr>
          <a:xfrm>
            <a:off x="521208" y="1447955"/>
            <a:ext cx="11550203" cy="4828812"/>
          </a:xfrm>
          <a:prstGeom prst="rect">
            <a:avLst/>
          </a:prstGeom>
          <a:solidFill>
            <a:schemeClr val="tx1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</a:rPr>
              <a:t>Virtual ID (VID) Introduced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F7A3A1D-4B48-342E-DA1F-3CFF4066E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456" y="552716"/>
            <a:ext cx="11550203" cy="1463040"/>
          </a:xfrm>
        </p:spPr>
        <p:txBody>
          <a:bodyPr/>
          <a:lstStyle/>
          <a:p>
            <a:r>
              <a:rPr lang="en-IN">
                <a:solidFill>
                  <a:srgbClr val="FF0000"/>
                </a:solidFill>
              </a:rPr>
              <a:t>Outcome and Preventive Measures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F405843-07CB-CFEF-D77A-F16448AFCC0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777" y="2075995"/>
            <a:ext cx="3844987" cy="345881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0C4E118F-9E8F-543D-4208-366F7915E5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71599" y="351953"/>
            <a:ext cx="1045734" cy="10479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AEAB2AA-2754-A948-7D7F-B0974D4670C9}"/>
              </a:ext>
            </a:extLst>
          </p:cNvPr>
          <p:cNvSpPr txBox="1"/>
          <p:nvPr/>
        </p:nvSpPr>
        <p:spPr>
          <a:xfrm>
            <a:off x="5050269" y="3513018"/>
            <a:ext cx="6097656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3200">
                <a:solidFill>
                  <a:schemeClr val="bg1"/>
                </a:solidFill>
              </a:rPr>
              <a:t>Hardened Access Protocols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7ABDE7-58A6-32FA-2D61-AFB2CE538F21}"/>
              </a:ext>
            </a:extLst>
          </p:cNvPr>
          <p:cNvSpPr txBox="1"/>
          <p:nvPr/>
        </p:nvSpPr>
        <p:spPr>
          <a:xfrm>
            <a:off x="5072567" y="4298556"/>
            <a:ext cx="6097656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3600">
                <a:solidFill>
                  <a:schemeClr val="bg1"/>
                </a:solidFill>
              </a:rPr>
              <a:t>Aadhaar Data Masking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A86268-9649-523D-D2B5-1655B343AF63}"/>
              </a:ext>
            </a:extLst>
          </p:cNvPr>
          <p:cNvSpPr txBox="1"/>
          <p:nvPr/>
        </p:nvSpPr>
        <p:spPr>
          <a:xfrm>
            <a:off x="5050269" y="2618607"/>
            <a:ext cx="60976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>
                <a:solidFill>
                  <a:schemeClr val="bg1"/>
                </a:solidFill>
              </a:rPr>
              <a:t>Virtual ID (VID) Introduced</a:t>
            </a:r>
          </a:p>
        </p:txBody>
      </p:sp>
    </p:spTree>
    <p:extLst>
      <p:ext uri="{BB962C8B-B14F-4D97-AF65-F5344CB8AC3E}">
        <p14:creationId xmlns:p14="http://schemas.microsoft.com/office/powerpoint/2010/main" val="730712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E95D82-C95B-6D09-D04A-116C480BC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5D740220-2FAA-A405-ADF7-96298EE3E1B6}"/>
              </a:ext>
            </a:extLst>
          </p:cNvPr>
          <p:cNvSpPr/>
          <p:nvPr/>
        </p:nvSpPr>
        <p:spPr>
          <a:xfrm>
            <a:off x="320898" y="1700386"/>
            <a:ext cx="11550203" cy="48288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575ADC2-1584-9A32-8383-FC2CAD4D2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BDBCEEE-425C-1748-1156-0ABFAB9A2F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01556" y="637529"/>
            <a:ext cx="969236" cy="971329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5F89E869-B3E5-04CF-CA55-3E17EB5822F0}"/>
              </a:ext>
            </a:extLst>
          </p:cNvPr>
          <p:cNvGrpSpPr/>
          <p:nvPr/>
        </p:nvGrpSpPr>
        <p:grpSpPr>
          <a:xfrm>
            <a:off x="-89453" y="1931438"/>
            <a:ext cx="4211447" cy="4366707"/>
            <a:chOff x="-79513" y="1871462"/>
            <a:chExt cx="4211447" cy="4366707"/>
          </a:xfrm>
        </p:grpSpPr>
        <p:pic>
          <p:nvPicPr>
            <p:cNvPr id="2" name="Graphic 1" descr="Shield outline">
              <a:extLst>
                <a:ext uri="{FF2B5EF4-FFF2-40B4-BE49-F238E27FC236}">
                  <a16:creationId xmlns:a16="http://schemas.microsoft.com/office/drawing/2014/main" id="{F6A71687-7DEB-6AEA-285E-12F637D94E3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79513" y="1871462"/>
              <a:ext cx="4211447" cy="4366707"/>
            </a:xfrm>
            <a:prstGeom prst="rect">
              <a:avLst/>
            </a:prstGeom>
          </p:spPr>
        </p:pic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F9151212-3148-D037-10BC-36C5D064B4C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63487" y="2807922"/>
              <a:ext cx="1968549" cy="1972799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7B6BCD39-5CA2-C5F6-51F9-F16BEE4398C9}"/>
              </a:ext>
            </a:extLst>
          </p:cNvPr>
          <p:cNvSpPr txBox="1"/>
          <p:nvPr/>
        </p:nvSpPr>
        <p:spPr>
          <a:xfrm>
            <a:off x="3754745" y="2095310"/>
            <a:ext cx="61423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/>
              <a:t>The 2018 Aadhaar data leak was not a sophisticated hack, but a critical failure of </a:t>
            </a:r>
            <a:r>
              <a:rPr lang="en-US" b="1"/>
              <a:t>access control management</a:t>
            </a:r>
            <a:r>
              <a:rPr lang="en-US"/>
              <a:t>, highlighting a simple but devastating vulnerability.</a:t>
            </a:r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6797FA-1D36-FE23-9146-975B8F01AFE9}"/>
              </a:ext>
            </a:extLst>
          </p:cNvPr>
          <p:cNvSpPr txBox="1"/>
          <p:nvPr/>
        </p:nvSpPr>
        <p:spPr>
          <a:xfrm>
            <a:off x="3754745" y="3100328"/>
            <a:ext cx="61423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/>
              <a:t>The investigation demonstrated the immense challenge of digital forensics when dealing with </a:t>
            </a:r>
            <a:r>
              <a:rPr lang="en-US" b="1"/>
              <a:t>massive data volumes</a:t>
            </a:r>
            <a:r>
              <a:rPr lang="en-US"/>
              <a:t>, official denial, and anonymous perpetrators.</a:t>
            </a:r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EF4F68-D222-1DE4-26CD-B1C2E55A1623}"/>
              </a:ext>
            </a:extLst>
          </p:cNvPr>
          <p:cNvSpPr txBox="1"/>
          <p:nvPr/>
        </p:nvSpPr>
        <p:spPr>
          <a:xfrm>
            <a:off x="3754745" y="4105346"/>
            <a:ext cx="61423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/>
              <a:t>This incident served as a crucial wake-up call for India, igniting a national debate on data privacy and the security of critical digital infrastructure.</a:t>
            </a:r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89AF0D-B370-1C46-B30B-5EE31D5ECE7B}"/>
              </a:ext>
            </a:extLst>
          </p:cNvPr>
          <p:cNvSpPr txBox="1"/>
          <p:nvPr/>
        </p:nvSpPr>
        <p:spPr>
          <a:xfrm>
            <a:off x="3754745" y="5028676"/>
            <a:ext cx="61423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/>
              <a:t>While the breach was severe, the subsequent implementation of </a:t>
            </a:r>
            <a:r>
              <a:rPr lang="en-US" b="1"/>
              <a:t>preventive measures</a:t>
            </a:r>
            <a:r>
              <a:rPr lang="en-US"/>
              <a:t> like Virtual IDs and data masking represents a significant step towards a more secure system.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00683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7A23A3-93C1-C296-F202-50039C496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81C9A39-D2C1-6948-D8BD-E4BBD0995FE8}"/>
              </a:ext>
            </a:extLst>
          </p:cNvPr>
          <p:cNvSpPr/>
          <p:nvPr/>
        </p:nvSpPr>
        <p:spPr>
          <a:xfrm>
            <a:off x="424101" y="1709928"/>
            <a:ext cx="5158830" cy="48288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Thank You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DA386CD-37B5-EBD5-F908-5EB79F505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Q&amp;A</a:t>
            </a:r>
            <a:endParaRPr lang="en-IN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C376908-A8B1-1C2E-CBB7-124BD6ECBE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65711" y="1815479"/>
            <a:ext cx="1286664" cy="12894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C347E75-CB69-2529-1590-7F62F9A4469F}"/>
              </a:ext>
            </a:extLst>
          </p:cNvPr>
          <p:cNvSpPr txBox="1"/>
          <p:nvPr/>
        </p:nvSpPr>
        <p:spPr>
          <a:xfrm>
            <a:off x="424101" y="1992004"/>
            <a:ext cx="60976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Thanking You</a:t>
            </a:r>
          </a:p>
        </p:txBody>
      </p:sp>
      <p:pic>
        <p:nvPicPr>
          <p:cNvPr id="11" name="Graphic 10" descr="Questions with solid fill">
            <a:extLst>
              <a:ext uri="{FF2B5EF4-FFF2-40B4-BE49-F238E27FC236}">
                <a16:creationId xmlns:a16="http://schemas.microsoft.com/office/drawing/2014/main" id="{7DDF2A19-C729-C105-241D-87D489B349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67767" y="2460201"/>
            <a:ext cx="3912704" cy="391270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322E062-402E-007A-55EF-35F29CD1489C}"/>
              </a:ext>
            </a:extLst>
          </p:cNvPr>
          <p:cNvSpPr txBox="1"/>
          <p:nvPr/>
        </p:nvSpPr>
        <p:spPr>
          <a:xfrm>
            <a:off x="7469628" y="1709928"/>
            <a:ext cx="419697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The 2018 Aadhaar</a:t>
            </a:r>
          </a:p>
          <a:p>
            <a:r>
              <a:rPr lang="en-US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Data Leak</a:t>
            </a:r>
            <a:endParaRPr lang="en-IN" sz="32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ED5DD1F-F2E7-C3EC-E6B4-E0CF9D563A58}"/>
              </a:ext>
            </a:extLst>
          </p:cNvPr>
          <p:cNvSpPr txBox="1"/>
          <p:nvPr/>
        </p:nvSpPr>
        <p:spPr>
          <a:xfrm>
            <a:off x="5689066" y="3561664"/>
            <a:ext cx="5042574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US" sz="3200" b="1" dirty="0"/>
              <a:t>Presented By B3:</a:t>
            </a:r>
            <a:endParaRPr lang="en-US" sz="3200" dirty="0"/>
          </a:p>
          <a:p>
            <a:pPr algn="just">
              <a:spcAft>
                <a:spcPts val="600"/>
              </a:spcAft>
            </a:pPr>
            <a:r>
              <a:rPr lang="en-US" sz="3200" dirty="0"/>
              <a:t>Abdus Samad Raeen [</a:t>
            </a:r>
            <a:r>
              <a:rPr lang="en-US" sz="3200" dirty="0">
                <a:solidFill>
                  <a:srgbClr val="FF0000"/>
                </a:solidFill>
              </a:rPr>
              <a:t>062</a:t>
            </a:r>
            <a:r>
              <a:rPr lang="en-US" sz="3200" dirty="0"/>
              <a:t>]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114437033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7276348-96B5-4BB2-BD37-885343C8F001}">
  <we:reference id="wa200003052" version="7.0.0" store="en-US" storeType="omex"/>
  <we:alternateReferences>
    <we:reference id="wa200003052" version="7.0.0" store="omex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369</Words>
  <Application>Microsoft Office PowerPoint</Application>
  <PresentationFormat>Widescreen</PresentationFormat>
  <Paragraphs>66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Aptos</vt:lpstr>
      <vt:lpstr>Arial</vt:lpstr>
      <vt:lpstr>Arial Black</vt:lpstr>
      <vt:lpstr>Bierstadt</vt:lpstr>
      <vt:lpstr>Neue Haas Grotesk Text Pro</vt:lpstr>
      <vt:lpstr>Old English Text MT</vt:lpstr>
      <vt:lpstr>Wingdings</vt:lpstr>
      <vt:lpstr>GestaltVTI</vt:lpstr>
      <vt:lpstr>Case Study The 2018 Aadhaar Data Leak</vt:lpstr>
      <vt:lpstr>PowerPoint Presentation</vt:lpstr>
      <vt:lpstr>Introduction &amp; Background of the Case</vt:lpstr>
      <vt:lpstr>The Cyber Forensic Investigation Process</vt:lpstr>
      <vt:lpstr>The Cyber Forensic Investigation Process</vt:lpstr>
      <vt:lpstr>Evidence Collection and Analysis </vt:lpstr>
      <vt:lpstr>Evidence Collection and Analysis </vt:lpstr>
      <vt:lpstr>Challenges Faced During Investigation</vt:lpstr>
      <vt:lpstr>Outcome and Preventive Measures</vt:lpstr>
      <vt:lpstr>Outcome and Preventive Measures</vt:lpstr>
      <vt:lpstr>Conclusion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2105-Raeen Abdussamad MdIlyas</dc:creator>
  <cp:lastModifiedBy>2105-Raeen Abdussamad MdIlyas</cp:lastModifiedBy>
  <cp:revision>7</cp:revision>
  <dcterms:created xsi:type="dcterms:W3CDTF">2025-09-13T04:48:58Z</dcterms:created>
  <dcterms:modified xsi:type="dcterms:W3CDTF">2026-05-11T04:56:54Z</dcterms:modified>
</cp:coreProperties>
</file>